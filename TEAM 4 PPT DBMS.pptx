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2"/>
  </p:notesMasterIdLst>
  <p:sldIdLst>
    <p:sldId id="256" r:id="rId2"/>
    <p:sldId id="257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Figtree" panose="020B0604020202020204" charset="0"/>
      <p:regular r:id="rId17"/>
      <p:bold r:id="rId18"/>
      <p:italic r:id="rId19"/>
      <p:boldItalic r:id="rId20"/>
    </p:embeddedFont>
    <p:embeddedFont>
      <p:font typeface="Figtree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E71E9E-B039-4281-9AA0-CA1BFFCAB81A}">
  <a:tblStyle styleId="{BCE71E9E-B039-4281-9AA0-CA1BFFCAB8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FB5725F-4E6E-4E7C-A2AA-BD4A3B35EF8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>
          <a:extLst>
            <a:ext uri="{FF2B5EF4-FFF2-40B4-BE49-F238E27FC236}">
              <a16:creationId xmlns:a16="http://schemas.microsoft.com/office/drawing/2014/main" id="{F1EB79E6-70E4-534F-C758-6C41AE62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>
            <a:extLst>
              <a:ext uri="{FF2B5EF4-FFF2-40B4-BE49-F238E27FC236}">
                <a16:creationId xmlns:a16="http://schemas.microsoft.com/office/drawing/2014/main" id="{A928D065-A8AD-F462-F42A-66B891655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>
            <a:extLst>
              <a:ext uri="{FF2B5EF4-FFF2-40B4-BE49-F238E27FC236}">
                <a16:creationId xmlns:a16="http://schemas.microsoft.com/office/drawing/2014/main" id="{7649698F-4E99-043E-0E75-390DCA33E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243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>
          <a:extLst>
            <a:ext uri="{FF2B5EF4-FFF2-40B4-BE49-F238E27FC236}">
              <a16:creationId xmlns:a16="http://schemas.microsoft.com/office/drawing/2014/main" id="{F0E257AE-C9E8-7931-2797-2DB47915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>
            <a:extLst>
              <a:ext uri="{FF2B5EF4-FFF2-40B4-BE49-F238E27FC236}">
                <a16:creationId xmlns:a16="http://schemas.microsoft.com/office/drawing/2014/main" id="{7A40AFC6-88DA-F0FC-85E2-F15037EE5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>
            <a:extLst>
              <a:ext uri="{FF2B5EF4-FFF2-40B4-BE49-F238E27FC236}">
                <a16:creationId xmlns:a16="http://schemas.microsoft.com/office/drawing/2014/main" id="{70638AD8-DFFE-389E-A45E-E697BB787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3864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>
          <a:extLst>
            <a:ext uri="{FF2B5EF4-FFF2-40B4-BE49-F238E27FC236}">
              <a16:creationId xmlns:a16="http://schemas.microsoft.com/office/drawing/2014/main" id="{EBECEDAA-5156-CF28-D384-0B31389D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>
            <a:extLst>
              <a:ext uri="{FF2B5EF4-FFF2-40B4-BE49-F238E27FC236}">
                <a16:creationId xmlns:a16="http://schemas.microsoft.com/office/drawing/2014/main" id="{CEDC1CB5-8CD7-0EF0-AC22-4241BCCB6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>
            <a:extLst>
              <a:ext uri="{FF2B5EF4-FFF2-40B4-BE49-F238E27FC236}">
                <a16:creationId xmlns:a16="http://schemas.microsoft.com/office/drawing/2014/main" id="{AB8BA9C6-FA22-8BCB-5BF1-67AADE964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908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>
          <a:extLst>
            <a:ext uri="{FF2B5EF4-FFF2-40B4-BE49-F238E27FC236}">
              <a16:creationId xmlns:a16="http://schemas.microsoft.com/office/drawing/2014/main" id="{E2472275-5D88-D673-E6F5-5E446FE8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>
            <a:extLst>
              <a:ext uri="{FF2B5EF4-FFF2-40B4-BE49-F238E27FC236}">
                <a16:creationId xmlns:a16="http://schemas.microsoft.com/office/drawing/2014/main" id="{BE773912-4117-9EF6-808E-0955D4EF6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>
            <a:extLst>
              <a:ext uri="{FF2B5EF4-FFF2-40B4-BE49-F238E27FC236}">
                <a16:creationId xmlns:a16="http://schemas.microsoft.com/office/drawing/2014/main" id="{97F8BB66-3E84-F147-BFB9-F38AA9A1E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297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>
          <a:extLst>
            <a:ext uri="{FF2B5EF4-FFF2-40B4-BE49-F238E27FC236}">
              <a16:creationId xmlns:a16="http://schemas.microsoft.com/office/drawing/2014/main" id="{1024493A-88D4-A1BD-8F74-DB4D1838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>
            <a:extLst>
              <a:ext uri="{FF2B5EF4-FFF2-40B4-BE49-F238E27FC236}">
                <a16:creationId xmlns:a16="http://schemas.microsoft.com/office/drawing/2014/main" id="{2B588CC8-D43C-A4A9-B95F-4D6B0E2DF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>
            <a:extLst>
              <a:ext uri="{FF2B5EF4-FFF2-40B4-BE49-F238E27FC236}">
                <a16:creationId xmlns:a16="http://schemas.microsoft.com/office/drawing/2014/main" id="{00104DE4-C028-E2FD-7E3B-57D153991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302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>
          <a:extLst>
            <a:ext uri="{FF2B5EF4-FFF2-40B4-BE49-F238E27FC236}">
              <a16:creationId xmlns:a16="http://schemas.microsoft.com/office/drawing/2014/main" id="{321703AC-BA6E-5B1C-8B7E-5074011D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>
            <a:extLst>
              <a:ext uri="{FF2B5EF4-FFF2-40B4-BE49-F238E27FC236}">
                <a16:creationId xmlns:a16="http://schemas.microsoft.com/office/drawing/2014/main" id="{1D448155-D6D4-971D-15AD-70EF8753F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>
            <a:extLst>
              <a:ext uri="{FF2B5EF4-FFF2-40B4-BE49-F238E27FC236}">
                <a16:creationId xmlns:a16="http://schemas.microsoft.com/office/drawing/2014/main" id="{5283FFD4-3E52-A8B8-9E08-CA35332A1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0623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>
          <a:extLst>
            <a:ext uri="{FF2B5EF4-FFF2-40B4-BE49-F238E27FC236}">
              <a16:creationId xmlns:a16="http://schemas.microsoft.com/office/drawing/2014/main" id="{024760E2-F3F5-4911-55FD-E57F8BAB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e1d838b627_0_25:notes">
            <a:extLst>
              <a:ext uri="{FF2B5EF4-FFF2-40B4-BE49-F238E27FC236}">
                <a16:creationId xmlns:a16="http://schemas.microsoft.com/office/drawing/2014/main" id="{A3BBF058-D522-37D7-8DE0-8D415C63E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e1d838b627_0_25:notes">
            <a:extLst>
              <a:ext uri="{FF2B5EF4-FFF2-40B4-BE49-F238E27FC236}">
                <a16:creationId xmlns:a16="http://schemas.microsoft.com/office/drawing/2014/main" id="{0BF5C346-768D-8C7C-5203-B7E9A5986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82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24175" y="895100"/>
            <a:ext cx="4806600" cy="24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24175" y="3601300"/>
            <a:ext cx="2770800" cy="71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00771" y="-39822"/>
            <a:ext cx="10182198" cy="5636372"/>
            <a:chOff x="-400771" y="-39822"/>
            <a:chExt cx="10182198" cy="5636372"/>
          </a:xfrm>
        </p:grpSpPr>
        <p:sp>
          <p:nvSpPr>
            <p:cNvPr id="12" name="Google Shape;12;p2"/>
            <p:cNvSpPr/>
            <p:nvPr/>
          </p:nvSpPr>
          <p:spPr>
            <a:xfrm>
              <a:off x="7498676" y="3198512"/>
              <a:ext cx="2282751" cy="2398037"/>
            </a:xfrm>
            <a:custGeom>
              <a:avLst/>
              <a:gdLst/>
              <a:ahLst/>
              <a:cxnLst/>
              <a:rect l="l" t="t" r="r" b="b"/>
              <a:pathLst>
                <a:path w="269113" h="282704" extrusionOk="0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-400771" y="-39822"/>
              <a:ext cx="9684100" cy="5028346"/>
              <a:chOff x="-400771" y="-39822"/>
              <a:chExt cx="9684100" cy="5028346"/>
            </a:xfrm>
          </p:grpSpPr>
          <p:grpSp>
            <p:nvGrpSpPr>
              <p:cNvPr id="14" name="Google Shape;14;p2"/>
              <p:cNvGrpSpPr/>
              <p:nvPr/>
            </p:nvGrpSpPr>
            <p:grpSpPr>
              <a:xfrm>
                <a:off x="6086042" y="-39822"/>
                <a:ext cx="1380465" cy="390131"/>
                <a:chOff x="8640762" y="5785103"/>
                <a:chExt cx="730250" cy="206375"/>
              </a:xfrm>
            </p:grpSpPr>
            <p:sp>
              <p:nvSpPr>
                <p:cNvPr id="15" name="Google Shape;15;p2"/>
                <p:cNvSpPr/>
                <p:nvPr/>
              </p:nvSpPr>
              <p:spPr>
                <a:xfrm>
                  <a:off x="8799512" y="5785103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9148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" name="Google Shape;18;p2"/>
              <p:cNvGrpSpPr/>
              <p:nvPr/>
            </p:nvGrpSpPr>
            <p:grpSpPr>
              <a:xfrm>
                <a:off x="-400771" y="490710"/>
                <a:ext cx="1059885" cy="299533"/>
                <a:chOff x="10448480" y="3783774"/>
                <a:chExt cx="730250" cy="206375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" name="Google Shape;22;p2"/>
              <p:cNvGrpSpPr/>
              <p:nvPr/>
            </p:nvGrpSpPr>
            <p:grpSpPr>
              <a:xfrm>
                <a:off x="1351605" y="206942"/>
                <a:ext cx="571500" cy="206375"/>
                <a:chOff x="10607230" y="6115367"/>
                <a:chExt cx="571500" cy="206375"/>
              </a:xfrm>
            </p:grpSpPr>
            <p:sp>
              <p:nvSpPr>
                <p:cNvPr id="23" name="Google Shape;23;p2"/>
                <p:cNvSpPr/>
                <p:nvPr/>
              </p:nvSpPr>
              <p:spPr>
                <a:xfrm>
                  <a:off x="10607230" y="6115367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10956480" y="6210617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" name="Google Shape;25;p2"/>
              <p:cNvGrpSpPr/>
              <p:nvPr/>
            </p:nvGrpSpPr>
            <p:grpSpPr>
              <a:xfrm>
                <a:off x="3167562" y="4715474"/>
                <a:ext cx="603250" cy="273050"/>
                <a:chOff x="8640762" y="3990149"/>
                <a:chExt cx="603250" cy="273050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8640762" y="415207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8863012" y="399014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"/>
              <p:cNvSpPr/>
              <p:nvPr/>
            </p:nvSpPr>
            <p:spPr>
              <a:xfrm>
                <a:off x="8812318" y="921651"/>
                <a:ext cx="471011" cy="47101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975455" y="258212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8553571" y="1085849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21" y="0"/>
                      <a:pt x="111125" y="0"/>
                    </a:cubicBezTo>
                    <a:cubicBezTo>
                      <a:pt x="172530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720000" y="12642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 rot="1258319" flipH="1">
            <a:off x="660234" y="4814271"/>
            <a:ext cx="5696067" cy="5375422"/>
            <a:chOff x="-2482208" y="3351602"/>
            <a:chExt cx="1509803" cy="1507801"/>
          </a:xfrm>
        </p:grpSpPr>
        <p:sp>
          <p:nvSpPr>
            <p:cNvPr id="39" name="Google Shape;39;p4"/>
            <p:cNvSpPr/>
            <p:nvPr/>
          </p:nvSpPr>
          <p:spPr>
            <a:xfrm>
              <a:off x="-2482208" y="3351602"/>
              <a:ext cx="1509803" cy="1507801"/>
            </a:xfrm>
            <a:custGeom>
              <a:avLst/>
              <a:gdLst/>
              <a:ahLst/>
              <a:cxnLst/>
              <a:rect l="l" t="t" r="r" b="b"/>
              <a:pathLst>
                <a:path w="1509803" h="1507801" extrusionOk="0">
                  <a:moveTo>
                    <a:pt x="1509803" y="755000"/>
                  </a:moveTo>
                  <a:cubicBezTo>
                    <a:pt x="1509866" y="791703"/>
                    <a:pt x="1505104" y="840535"/>
                    <a:pt x="1499770" y="876793"/>
                  </a:cubicBezTo>
                  <a:cubicBezTo>
                    <a:pt x="1496595" y="898383"/>
                    <a:pt x="1490753" y="927022"/>
                    <a:pt x="1484466" y="947977"/>
                  </a:cubicBezTo>
                  <a:cubicBezTo>
                    <a:pt x="1484466" y="948040"/>
                    <a:pt x="1484466" y="948040"/>
                    <a:pt x="1484466" y="948040"/>
                  </a:cubicBezTo>
                  <a:cubicBezTo>
                    <a:pt x="1479323" y="964994"/>
                    <a:pt x="1472909" y="987791"/>
                    <a:pt x="1467004" y="1004492"/>
                  </a:cubicBezTo>
                  <a:cubicBezTo>
                    <a:pt x="1466940" y="1004555"/>
                    <a:pt x="1466940" y="1004682"/>
                    <a:pt x="1466940" y="1004746"/>
                  </a:cubicBezTo>
                  <a:cubicBezTo>
                    <a:pt x="1460463" y="1022843"/>
                    <a:pt x="1451510" y="1046910"/>
                    <a:pt x="1443064" y="1064118"/>
                  </a:cubicBezTo>
                  <a:cubicBezTo>
                    <a:pt x="1435381" y="1079739"/>
                    <a:pt x="1425538" y="1100694"/>
                    <a:pt x="1417156" y="1115871"/>
                  </a:cubicBezTo>
                  <a:cubicBezTo>
                    <a:pt x="1407822" y="1132698"/>
                    <a:pt x="1394550" y="1154733"/>
                    <a:pt x="1383946" y="1170735"/>
                  </a:cubicBezTo>
                  <a:cubicBezTo>
                    <a:pt x="1352704" y="1217724"/>
                    <a:pt x="1321906" y="1252078"/>
                    <a:pt x="1308825" y="1265985"/>
                  </a:cubicBezTo>
                  <a:cubicBezTo>
                    <a:pt x="1289140" y="1286876"/>
                    <a:pt x="1261708" y="1315006"/>
                    <a:pt x="1219671" y="1347899"/>
                  </a:cubicBezTo>
                  <a:cubicBezTo>
                    <a:pt x="1207543" y="1357361"/>
                    <a:pt x="1191096" y="1369553"/>
                    <a:pt x="1178269" y="1378062"/>
                  </a:cubicBezTo>
                  <a:cubicBezTo>
                    <a:pt x="1160870" y="1389555"/>
                    <a:pt x="1136994" y="1403906"/>
                    <a:pt x="1118960" y="1414321"/>
                  </a:cubicBezTo>
                  <a:cubicBezTo>
                    <a:pt x="1089306" y="1431466"/>
                    <a:pt x="1043141" y="1450960"/>
                    <a:pt x="1033489" y="1454643"/>
                  </a:cubicBezTo>
                  <a:cubicBezTo>
                    <a:pt x="1017170" y="1460866"/>
                    <a:pt x="995199" y="1468740"/>
                    <a:pt x="978562" y="1473947"/>
                  </a:cubicBezTo>
                  <a:cubicBezTo>
                    <a:pt x="962433" y="1478964"/>
                    <a:pt x="940589" y="1484742"/>
                    <a:pt x="924142" y="1488552"/>
                  </a:cubicBezTo>
                  <a:cubicBezTo>
                    <a:pt x="895123" y="1495220"/>
                    <a:pt x="865849" y="1500236"/>
                    <a:pt x="836449" y="1503411"/>
                  </a:cubicBezTo>
                  <a:cubicBezTo>
                    <a:pt x="815811" y="1505634"/>
                    <a:pt x="795110" y="1507030"/>
                    <a:pt x="774409" y="1507539"/>
                  </a:cubicBezTo>
                  <a:cubicBezTo>
                    <a:pt x="754089" y="1508110"/>
                    <a:pt x="733706" y="1507729"/>
                    <a:pt x="713259" y="1506586"/>
                  </a:cubicBezTo>
                  <a:cubicBezTo>
                    <a:pt x="690526" y="1505379"/>
                    <a:pt x="667729" y="1503093"/>
                    <a:pt x="644933" y="1499728"/>
                  </a:cubicBezTo>
                  <a:cubicBezTo>
                    <a:pt x="630836" y="1497696"/>
                    <a:pt x="618009" y="1495347"/>
                    <a:pt x="607150" y="1493187"/>
                  </a:cubicBezTo>
                  <a:cubicBezTo>
                    <a:pt x="593244" y="1490393"/>
                    <a:pt x="582576" y="1487854"/>
                    <a:pt x="576480" y="1486393"/>
                  </a:cubicBezTo>
                  <a:cubicBezTo>
                    <a:pt x="546762" y="1479345"/>
                    <a:pt x="517806" y="1469566"/>
                    <a:pt x="517552" y="1469502"/>
                  </a:cubicBezTo>
                  <a:cubicBezTo>
                    <a:pt x="488532" y="1459533"/>
                    <a:pt x="476086" y="1455024"/>
                    <a:pt x="440844" y="1439340"/>
                  </a:cubicBezTo>
                  <a:cubicBezTo>
                    <a:pt x="422873" y="1431339"/>
                    <a:pt x="399442" y="1419337"/>
                    <a:pt x="382424" y="1409431"/>
                  </a:cubicBezTo>
                  <a:cubicBezTo>
                    <a:pt x="369343" y="1401811"/>
                    <a:pt x="351944" y="1391651"/>
                    <a:pt x="339498" y="1383079"/>
                  </a:cubicBezTo>
                  <a:cubicBezTo>
                    <a:pt x="319686" y="1369426"/>
                    <a:pt x="293778" y="1350503"/>
                    <a:pt x="274982" y="1335454"/>
                  </a:cubicBezTo>
                  <a:cubicBezTo>
                    <a:pt x="249264" y="1314879"/>
                    <a:pt x="218403" y="1283574"/>
                    <a:pt x="195607" y="1259889"/>
                  </a:cubicBezTo>
                  <a:cubicBezTo>
                    <a:pt x="180621" y="1244267"/>
                    <a:pt x="162079" y="1222042"/>
                    <a:pt x="149760" y="1204262"/>
                  </a:cubicBezTo>
                  <a:cubicBezTo>
                    <a:pt x="138330" y="1187753"/>
                    <a:pt x="122836" y="1166035"/>
                    <a:pt x="112168" y="1149017"/>
                  </a:cubicBezTo>
                  <a:cubicBezTo>
                    <a:pt x="103024" y="1134349"/>
                    <a:pt x="91848" y="1114156"/>
                    <a:pt x="83783" y="1098853"/>
                  </a:cubicBezTo>
                  <a:cubicBezTo>
                    <a:pt x="74639" y="1081517"/>
                    <a:pt x="63908" y="1057641"/>
                    <a:pt x="56351" y="1039543"/>
                  </a:cubicBezTo>
                  <a:cubicBezTo>
                    <a:pt x="49620" y="1023287"/>
                    <a:pt x="42254" y="1000935"/>
                    <a:pt x="36222" y="984362"/>
                  </a:cubicBezTo>
                  <a:cubicBezTo>
                    <a:pt x="29554" y="965947"/>
                    <a:pt x="22823" y="940547"/>
                    <a:pt x="19013" y="921370"/>
                  </a:cubicBezTo>
                  <a:cubicBezTo>
                    <a:pt x="11965" y="885810"/>
                    <a:pt x="4345" y="837867"/>
                    <a:pt x="1868" y="801736"/>
                  </a:cubicBezTo>
                  <a:cubicBezTo>
                    <a:pt x="-481" y="768589"/>
                    <a:pt x="-1116" y="724012"/>
                    <a:pt x="2948" y="691055"/>
                  </a:cubicBezTo>
                  <a:cubicBezTo>
                    <a:pt x="5361" y="671371"/>
                    <a:pt x="7139" y="644891"/>
                    <a:pt x="11266" y="625460"/>
                  </a:cubicBezTo>
                  <a:cubicBezTo>
                    <a:pt x="15013" y="607934"/>
                    <a:pt x="19267" y="584312"/>
                    <a:pt x="23776" y="566977"/>
                  </a:cubicBezTo>
                  <a:cubicBezTo>
                    <a:pt x="28665" y="548117"/>
                    <a:pt x="35460" y="522907"/>
                    <a:pt x="42572" y="504747"/>
                  </a:cubicBezTo>
                  <a:cubicBezTo>
                    <a:pt x="48985" y="488427"/>
                    <a:pt x="56923" y="466392"/>
                    <a:pt x="64035" y="450391"/>
                  </a:cubicBezTo>
                  <a:cubicBezTo>
                    <a:pt x="71972" y="432610"/>
                    <a:pt x="83402" y="409242"/>
                    <a:pt x="92737" y="392161"/>
                  </a:cubicBezTo>
                  <a:cubicBezTo>
                    <a:pt x="100992" y="377111"/>
                    <a:pt x="112676" y="357427"/>
                    <a:pt x="122137" y="343139"/>
                  </a:cubicBezTo>
                  <a:cubicBezTo>
                    <a:pt x="133059" y="326629"/>
                    <a:pt x="147918" y="304722"/>
                    <a:pt x="160555" y="289481"/>
                  </a:cubicBezTo>
                  <a:cubicBezTo>
                    <a:pt x="181700" y="263954"/>
                    <a:pt x="210720" y="230490"/>
                    <a:pt x="234850" y="207757"/>
                  </a:cubicBezTo>
                  <a:cubicBezTo>
                    <a:pt x="249328" y="194168"/>
                    <a:pt x="269394" y="176832"/>
                    <a:pt x="284761" y="164323"/>
                  </a:cubicBezTo>
                  <a:cubicBezTo>
                    <a:pt x="296762" y="154544"/>
                    <a:pt x="313272" y="142225"/>
                    <a:pt x="326163" y="133653"/>
                  </a:cubicBezTo>
                  <a:cubicBezTo>
                    <a:pt x="336894" y="126477"/>
                    <a:pt x="349975" y="118159"/>
                    <a:pt x="362675" y="110348"/>
                  </a:cubicBezTo>
                  <a:cubicBezTo>
                    <a:pt x="370422" y="105522"/>
                    <a:pt x="378106" y="100950"/>
                    <a:pt x="384964" y="96949"/>
                  </a:cubicBezTo>
                  <a:cubicBezTo>
                    <a:pt x="396330" y="90282"/>
                    <a:pt x="411888" y="82091"/>
                    <a:pt x="423826" y="76503"/>
                  </a:cubicBezTo>
                  <a:cubicBezTo>
                    <a:pt x="435510" y="71042"/>
                    <a:pt x="451004" y="63803"/>
                    <a:pt x="462878" y="58723"/>
                  </a:cubicBezTo>
                  <a:cubicBezTo>
                    <a:pt x="472784" y="54531"/>
                    <a:pt x="486310" y="49451"/>
                    <a:pt x="496343" y="45642"/>
                  </a:cubicBezTo>
                  <a:cubicBezTo>
                    <a:pt x="512726" y="39418"/>
                    <a:pt x="535141" y="32560"/>
                    <a:pt x="552032" y="27861"/>
                  </a:cubicBezTo>
                  <a:cubicBezTo>
                    <a:pt x="560224" y="25575"/>
                    <a:pt x="571146" y="22591"/>
                    <a:pt x="579464" y="20749"/>
                  </a:cubicBezTo>
                  <a:cubicBezTo>
                    <a:pt x="595149" y="17257"/>
                    <a:pt x="616167" y="12875"/>
                    <a:pt x="632042" y="10081"/>
                  </a:cubicBezTo>
                  <a:cubicBezTo>
                    <a:pt x="643853" y="7986"/>
                    <a:pt x="671539" y="4176"/>
                    <a:pt x="692939" y="2525"/>
                  </a:cubicBezTo>
                  <a:cubicBezTo>
                    <a:pt x="714719" y="874"/>
                    <a:pt x="772504" y="-3508"/>
                    <a:pt x="846228" y="5510"/>
                  </a:cubicBezTo>
                  <a:cubicBezTo>
                    <a:pt x="865151" y="7859"/>
                    <a:pt x="881216" y="10462"/>
                    <a:pt x="892265" y="12494"/>
                  </a:cubicBezTo>
                  <a:cubicBezTo>
                    <a:pt x="902489" y="14336"/>
                    <a:pt x="908394" y="15669"/>
                    <a:pt x="908521" y="15669"/>
                  </a:cubicBezTo>
                  <a:cubicBezTo>
                    <a:pt x="923825" y="19098"/>
                    <a:pt x="944145" y="23988"/>
                    <a:pt x="959258" y="28052"/>
                  </a:cubicBezTo>
                  <a:cubicBezTo>
                    <a:pt x="963258" y="29131"/>
                    <a:pt x="967894" y="30465"/>
                    <a:pt x="972466" y="31862"/>
                  </a:cubicBezTo>
                  <a:cubicBezTo>
                    <a:pt x="979387" y="33957"/>
                    <a:pt x="986563" y="36243"/>
                    <a:pt x="992468" y="38212"/>
                  </a:cubicBezTo>
                  <a:cubicBezTo>
                    <a:pt x="1004025" y="42022"/>
                    <a:pt x="1019329" y="47610"/>
                    <a:pt x="1030695" y="52055"/>
                  </a:cubicBezTo>
                  <a:cubicBezTo>
                    <a:pt x="1039458" y="55548"/>
                    <a:pt x="1050253" y="60119"/>
                    <a:pt x="1059969" y="64374"/>
                  </a:cubicBezTo>
                  <a:cubicBezTo>
                    <a:pt x="1060794" y="64692"/>
                    <a:pt x="1061556" y="65073"/>
                    <a:pt x="1062382" y="65454"/>
                  </a:cubicBezTo>
                  <a:cubicBezTo>
                    <a:pt x="1063525" y="65961"/>
                    <a:pt x="1064731" y="66533"/>
                    <a:pt x="1065874" y="67041"/>
                  </a:cubicBezTo>
                  <a:cubicBezTo>
                    <a:pt x="1067017" y="67549"/>
                    <a:pt x="1068097" y="67993"/>
                    <a:pt x="1069240" y="68501"/>
                  </a:cubicBezTo>
                  <a:cubicBezTo>
                    <a:pt x="1072097" y="69772"/>
                    <a:pt x="1075018" y="71105"/>
                    <a:pt x="1078130" y="72629"/>
                  </a:cubicBezTo>
                  <a:cubicBezTo>
                    <a:pt x="1084734" y="75741"/>
                    <a:pt x="1091782" y="79297"/>
                    <a:pt x="1098767" y="82916"/>
                  </a:cubicBezTo>
                  <a:cubicBezTo>
                    <a:pt x="1108927" y="88186"/>
                    <a:pt x="1119087" y="93711"/>
                    <a:pt x="1127723" y="98410"/>
                  </a:cubicBezTo>
                  <a:cubicBezTo>
                    <a:pt x="1134645" y="102665"/>
                    <a:pt x="1142265" y="107363"/>
                    <a:pt x="1150139" y="112253"/>
                  </a:cubicBezTo>
                  <a:cubicBezTo>
                    <a:pt x="1171856" y="125779"/>
                    <a:pt x="1195478" y="141018"/>
                    <a:pt x="1213258" y="155052"/>
                  </a:cubicBezTo>
                  <a:cubicBezTo>
                    <a:pt x="1229831" y="168133"/>
                    <a:pt x="1251485" y="186104"/>
                    <a:pt x="1267106" y="200264"/>
                  </a:cubicBezTo>
                  <a:cubicBezTo>
                    <a:pt x="1269328" y="202232"/>
                    <a:pt x="1271614" y="204392"/>
                    <a:pt x="1274027" y="206550"/>
                  </a:cubicBezTo>
                  <a:cubicBezTo>
                    <a:pt x="1279171" y="211376"/>
                    <a:pt x="1284568" y="216647"/>
                    <a:pt x="1289775" y="221917"/>
                  </a:cubicBezTo>
                  <a:cubicBezTo>
                    <a:pt x="1289839" y="221981"/>
                    <a:pt x="1289902" y="222044"/>
                    <a:pt x="1289966" y="222108"/>
                  </a:cubicBezTo>
                  <a:cubicBezTo>
                    <a:pt x="1295871" y="228013"/>
                    <a:pt x="1301586" y="233982"/>
                    <a:pt x="1306412" y="239253"/>
                  </a:cubicBezTo>
                  <a:cubicBezTo>
                    <a:pt x="1307682" y="240586"/>
                    <a:pt x="1308952" y="242047"/>
                    <a:pt x="1310286" y="243507"/>
                  </a:cubicBezTo>
                  <a:cubicBezTo>
                    <a:pt x="1319620" y="253922"/>
                    <a:pt x="1330352" y="266304"/>
                    <a:pt x="1339940" y="277861"/>
                  </a:cubicBezTo>
                  <a:cubicBezTo>
                    <a:pt x="1343941" y="282687"/>
                    <a:pt x="1347814" y="287386"/>
                    <a:pt x="1351243" y="291704"/>
                  </a:cubicBezTo>
                  <a:cubicBezTo>
                    <a:pt x="1361848" y="305103"/>
                    <a:pt x="1375056" y="323708"/>
                    <a:pt x="1384517" y="337932"/>
                  </a:cubicBezTo>
                  <a:cubicBezTo>
                    <a:pt x="1395503" y="354442"/>
                    <a:pt x="1409092" y="377175"/>
                    <a:pt x="1418617" y="394510"/>
                  </a:cubicBezTo>
                  <a:cubicBezTo>
                    <a:pt x="1427062" y="409750"/>
                    <a:pt x="1436841" y="430832"/>
                    <a:pt x="1444334" y="446580"/>
                  </a:cubicBezTo>
                  <a:cubicBezTo>
                    <a:pt x="1452780" y="464234"/>
                    <a:pt x="1461860" y="488744"/>
                    <a:pt x="1468401" y="507223"/>
                  </a:cubicBezTo>
                  <a:cubicBezTo>
                    <a:pt x="1474243" y="523987"/>
                    <a:pt x="1480402" y="546847"/>
                    <a:pt x="1485546" y="563865"/>
                  </a:cubicBezTo>
                  <a:cubicBezTo>
                    <a:pt x="1491197" y="582661"/>
                    <a:pt x="1496722" y="608442"/>
                    <a:pt x="1499262" y="627936"/>
                  </a:cubicBezTo>
                  <a:cubicBezTo>
                    <a:pt x="1501548" y="645971"/>
                    <a:pt x="1505421" y="669973"/>
                    <a:pt x="1506882" y="688071"/>
                  </a:cubicBezTo>
                  <a:cubicBezTo>
                    <a:pt x="1508660" y="708073"/>
                    <a:pt x="1509803" y="734934"/>
                    <a:pt x="1509803" y="755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-2229486" y="3409650"/>
              <a:ext cx="564133" cy="751379"/>
            </a:xfrm>
            <a:custGeom>
              <a:avLst/>
              <a:gdLst/>
              <a:ahLst/>
              <a:cxnLst/>
              <a:rect l="l" t="t" r="r" b="b"/>
              <a:pathLst>
                <a:path w="564133" h="751379" extrusionOk="0">
                  <a:moveTo>
                    <a:pt x="561565" y="167235"/>
                  </a:moveTo>
                  <a:cubicBezTo>
                    <a:pt x="555914" y="175236"/>
                    <a:pt x="541944" y="178792"/>
                    <a:pt x="532673" y="179935"/>
                  </a:cubicBezTo>
                  <a:cubicBezTo>
                    <a:pt x="524291" y="180951"/>
                    <a:pt x="516417" y="177077"/>
                    <a:pt x="508225" y="177966"/>
                  </a:cubicBezTo>
                  <a:cubicBezTo>
                    <a:pt x="495335" y="179363"/>
                    <a:pt x="484159" y="191682"/>
                    <a:pt x="477555" y="201779"/>
                  </a:cubicBezTo>
                  <a:cubicBezTo>
                    <a:pt x="476094" y="204001"/>
                    <a:pt x="479650" y="206033"/>
                    <a:pt x="481047" y="203874"/>
                  </a:cubicBezTo>
                  <a:cubicBezTo>
                    <a:pt x="481238" y="203557"/>
                    <a:pt x="481492" y="203239"/>
                    <a:pt x="481746" y="202922"/>
                  </a:cubicBezTo>
                  <a:cubicBezTo>
                    <a:pt x="485873" y="200699"/>
                    <a:pt x="490064" y="198540"/>
                    <a:pt x="494573" y="197143"/>
                  </a:cubicBezTo>
                  <a:cubicBezTo>
                    <a:pt x="497049" y="196191"/>
                    <a:pt x="499589" y="195683"/>
                    <a:pt x="502193" y="195492"/>
                  </a:cubicBezTo>
                  <a:cubicBezTo>
                    <a:pt x="504415" y="198350"/>
                    <a:pt x="506638" y="201271"/>
                    <a:pt x="508860" y="204128"/>
                  </a:cubicBezTo>
                  <a:cubicBezTo>
                    <a:pt x="508797" y="207430"/>
                    <a:pt x="503336" y="210732"/>
                    <a:pt x="502828" y="214669"/>
                  </a:cubicBezTo>
                  <a:cubicBezTo>
                    <a:pt x="502320" y="218289"/>
                    <a:pt x="503907" y="221019"/>
                    <a:pt x="506574" y="223305"/>
                  </a:cubicBezTo>
                  <a:cubicBezTo>
                    <a:pt x="508543" y="225020"/>
                    <a:pt x="511083" y="225718"/>
                    <a:pt x="513178" y="227179"/>
                  </a:cubicBezTo>
                  <a:cubicBezTo>
                    <a:pt x="522894" y="233846"/>
                    <a:pt x="523021" y="244133"/>
                    <a:pt x="510067" y="248832"/>
                  </a:cubicBezTo>
                  <a:cubicBezTo>
                    <a:pt x="502891" y="251436"/>
                    <a:pt x="494700" y="251817"/>
                    <a:pt x="487270" y="253976"/>
                  </a:cubicBezTo>
                  <a:cubicBezTo>
                    <a:pt x="480349" y="256008"/>
                    <a:pt x="473618" y="258484"/>
                    <a:pt x="467077" y="261405"/>
                  </a:cubicBezTo>
                  <a:cubicBezTo>
                    <a:pt x="452726" y="267819"/>
                    <a:pt x="438947" y="276391"/>
                    <a:pt x="427453" y="287123"/>
                  </a:cubicBezTo>
                  <a:cubicBezTo>
                    <a:pt x="409546" y="299315"/>
                    <a:pt x="388972" y="301537"/>
                    <a:pt x="377860" y="322302"/>
                  </a:cubicBezTo>
                  <a:cubicBezTo>
                    <a:pt x="371002" y="335129"/>
                    <a:pt x="365668" y="348464"/>
                    <a:pt x="354809" y="358687"/>
                  </a:cubicBezTo>
                  <a:cubicBezTo>
                    <a:pt x="346046" y="366942"/>
                    <a:pt x="335442" y="372721"/>
                    <a:pt x="325218" y="378880"/>
                  </a:cubicBezTo>
                  <a:cubicBezTo>
                    <a:pt x="307756" y="389358"/>
                    <a:pt x="293214" y="400915"/>
                    <a:pt x="285848" y="420536"/>
                  </a:cubicBezTo>
                  <a:cubicBezTo>
                    <a:pt x="277339" y="443015"/>
                    <a:pt x="277720" y="469114"/>
                    <a:pt x="262290" y="488481"/>
                  </a:cubicBezTo>
                  <a:cubicBezTo>
                    <a:pt x="255559" y="464669"/>
                    <a:pt x="265909" y="431014"/>
                    <a:pt x="241843" y="415710"/>
                  </a:cubicBezTo>
                  <a:cubicBezTo>
                    <a:pt x="233334" y="410313"/>
                    <a:pt x="217332" y="405550"/>
                    <a:pt x="207299" y="408979"/>
                  </a:cubicBezTo>
                  <a:cubicBezTo>
                    <a:pt x="203171" y="410313"/>
                    <a:pt x="202155" y="412345"/>
                    <a:pt x="200314" y="415964"/>
                  </a:cubicBezTo>
                  <a:cubicBezTo>
                    <a:pt x="198663" y="419139"/>
                    <a:pt x="198218" y="424092"/>
                    <a:pt x="195043" y="426696"/>
                  </a:cubicBezTo>
                  <a:cubicBezTo>
                    <a:pt x="192313" y="428982"/>
                    <a:pt x="185518" y="428410"/>
                    <a:pt x="182661" y="427648"/>
                  </a:cubicBezTo>
                  <a:cubicBezTo>
                    <a:pt x="177644" y="426251"/>
                    <a:pt x="173263" y="423076"/>
                    <a:pt x="168818" y="420600"/>
                  </a:cubicBezTo>
                  <a:cubicBezTo>
                    <a:pt x="156689" y="414123"/>
                    <a:pt x="147482" y="414440"/>
                    <a:pt x="136369" y="422695"/>
                  </a:cubicBezTo>
                  <a:cubicBezTo>
                    <a:pt x="123161" y="432601"/>
                    <a:pt x="112747" y="445936"/>
                    <a:pt x="102460" y="458700"/>
                  </a:cubicBezTo>
                  <a:cubicBezTo>
                    <a:pt x="84553" y="480861"/>
                    <a:pt x="64741" y="508357"/>
                    <a:pt x="70520" y="538583"/>
                  </a:cubicBezTo>
                  <a:cubicBezTo>
                    <a:pt x="72869" y="551092"/>
                    <a:pt x="80362" y="562967"/>
                    <a:pt x="92808" y="567221"/>
                  </a:cubicBezTo>
                  <a:cubicBezTo>
                    <a:pt x="103603" y="570904"/>
                    <a:pt x="116367" y="568555"/>
                    <a:pt x="123098" y="558966"/>
                  </a:cubicBezTo>
                  <a:cubicBezTo>
                    <a:pt x="123415" y="558522"/>
                    <a:pt x="123415" y="558014"/>
                    <a:pt x="123288" y="557569"/>
                  </a:cubicBezTo>
                  <a:cubicBezTo>
                    <a:pt x="134210" y="546266"/>
                    <a:pt x="144180" y="534138"/>
                    <a:pt x="160055" y="529375"/>
                  </a:cubicBezTo>
                  <a:cubicBezTo>
                    <a:pt x="165770" y="527661"/>
                    <a:pt x="172437" y="526645"/>
                    <a:pt x="178343" y="528169"/>
                  </a:cubicBezTo>
                  <a:cubicBezTo>
                    <a:pt x="188884" y="531026"/>
                    <a:pt x="186344" y="543917"/>
                    <a:pt x="180629" y="550711"/>
                  </a:cubicBezTo>
                  <a:cubicBezTo>
                    <a:pt x="175993" y="556172"/>
                    <a:pt x="171104" y="561252"/>
                    <a:pt x="166976" y="567094"/>
                  </a:cubicBezTo>
                  <a:cubicBezTo>
                    <a:pt x="160436" y="576365"/>
                    <a:pt x="149958" y="591669"/>
                    <a:pt x="150466" y="603670"/>
                  </a:cubicBezTo>
                  <a:cubicBezTo>
                    <a:pt x="150784" y="610782"/>
                    <a:pt x="156181" y="614656"/>
                    <a:pt x="162404" y="616180"/>
                  </a:cubicBezTo>
                  <a:cubicBezTo>
                    <a:pt x="162595" y="616370"/>
                    <a:pt x="162722" y="616624"/>
                    <a:pt x="163039" y="616624"/>
                  </a:cubicBezTo>
                  <a:cubicBezTo>
                    <a:pt x="163928" y="616688"/>
                    <a:pt x="164944" y="616751"/>
                    <a:pt x="165960" y="616815"/>
                  </a:cubicBezTo>
                  <a:cubicBezTo>
                    <a:pt x="167548" y="617005"/>
                    <a:pt x="169199" y="617069"/>
                    <a:pt x="170723" y="617005"/>
                  </a:cubicBezTo>
                  <a:cubicBezTo>
                    <a:pt x="170977" y="617005"/>
                    <a:pt x="171167" y="616942"/>
                    <a:pt x="171358" y="616878"/>
                  </a:cubicBezTo>
                  <a:cubicBezTo>
                    <a:pt x="181772" y="616751"/>
                    <a:pt x="194408" y="616561"/>
                    <a:pt x="195424" y="627737"/>
                  </a:cubicBezTo>
                  <a:cubicBezTo>
                    <a:pt x="196250" y="636881"/>
                    <a:pt x="187423" y="648057"/>
                    <a:pt x="183867" y="656185"/>
                  </a:cubicBezTo>
                  <a:cubicBezTo>
                    <a:pt x="178724" y="668123"/>
                    <a:pt x="174596" y="681394"/>
                    <a:pt x="177454" y="694412"/>
                  </a:cubicBezTo>
                  <a:cubicBezTo>
                    <a:pt x="179676" y="704762"/>
                    <a:pt x="185963" y="715049"/>
                    <a:pt x="195742" y="719748"/>
                  </a:cubicBezTo>
                  <a:cubicBezTo>
                    <a:pt x="200568" y="722034"/>
                    <a:pt x="205775" y="720637"/>
                    <a:pt x="210347" y="722352"/>
                  </a:cubicBezTo>
                  <a:cubicBezTo>
                    <a:pt x="227428" y="728765"/>
                    <a:pt x="205838" y="756705"/>
                    <a:pt x="193964" y="750482"/>
                  </a:cubicBezTo>
                  <a:cubicBezTo>
                    <a:pt x="192313" y="748323"/>
                    <a:pt x="190662" y="744958"/>
                    <a:pt x="189201" y="743751"/>
                  </a:cubicBezTo>
                  <a:cubicBezTo>
                    <a:pt x="184883" y="740132"/>
                    <a:pt x="179295" y="738671"/>
                    <a:pt x="174977" y="734734"/>
                  </a:cubicBezTo>
                  <a:cubicBezTo>
                    <a:pt x="166405" y="726860"/>
                    <a:pt x="159610" y="716446"/>
                    <a:pt x="154530" y="706032"/>
                  </a:cubicBezTo>
                  <a:cubicBezTo>
                    <a:pt x="146783" y="690157"/>
                    <a:pt x="146910" y="666662"/>
                    <a:pt x="133448" y="654089"/>
                  </a:cubicBezTo>
                  <a:cubicBezTo>
                    <a:pt x="126209" y="647422"/>
                    <a:pt x="115732" y="646342"/>
                    <a:pt x="108302" y="639738"/>
                  </a:cubicBezTo>
                  <a:cubicBezTo>
                    <a:pt x="99666" y="632055"/>
                    <a:pt x="97825" y="622149"/>
                    <a:pt x="93570" y="612052"/>
                  </a:cubicBezTo>
                  <a:cubicBezTo>
                    <a:pt x="90713" y="605258"/>
                    <a:pt x="86077" y="601130"/>
                    <a:pt x="80807" y="599416"/>
                  </a:cubicBezTo>
                  <a:cubicBezTo>
                    <a:pt x="80616" y="599098"/>
                    <a:pt x="80362" y="598844"/>
                    <a:pt x="79854" y="598654"/>
                  </a:cubicBezTo>
                  <a:cubicBezTo>
                    <a:pt x="76743" y="597574"/>
                    <a:pt x="74393" y="597892"/>
                    <a:pt x="71599" y="598844"/>
                  </a:cubicBezTo>
                  <a:cubicBezTo>
                    <a:pt x="69059" y="599225"/>
                    <a:pt x="66519" y="600051"/>
                    <a:pt x="63979" y="601321"/>
                  </a:cubicBezTo>
                  <a:cubicBezTo>
                    <a:pt x="58899" y="602273"/>
                    <a:pt x="54137" y="601321"/>
                    <a:pt x="49374" y="596939"/>
                  </a:cubicBezTo>
                  <a:cubicBezTo>
                    <a:pt x="39595" y="587922"/>
                    <a:pt x="30007" y="578651"/>
                    <a:pt x="21752" y="568174"/>
                  </a:cubicBezTo>
                  <a:cubicBezTo>
                    <a:pt x="2575" y="543726"/>
                    <a:pt x="-2315" y="514897"/>
                    <a:pt x="924" y="484544"/>
                  </a:cubicBezTo>
                  <a:cubicBezTo>
                    <a:pt x="3972" y="455779"/>
                    <a:pt x="13243" y="428220"/>
                    <a:pt x="17116" y="399645"/>
                  </a:cubicBezTo>
                  <a:cubicBezTo>
                    <a:pt x="18958" y="386056"/>
                    <a:pt x="19085" y="372784"/>
                    <a:pt x="17942" y="359195"/>
                  </a:cubicBezTo>
                  <a:cubicBezTo>
                    <a:pt x="17688" y="344717"/>
                    <a:pt x="16164" y="330303"/>
                    <a:pt x="17180" y="315761"/>
                  </a:cubicBezTo>
                  <a:cubicBezTo>
                    <a:pt x="18704" y="293219"/>
                    <a:pt x="30134" y="275121"/>
                    <a:pt x="42389" y="256897"/>
                  </a:cubicBezTo>
                  <a:cubicBezTo>
                    <a:pt x="66075" y="221718"/>
                    <a:pt x="100873" y="192825"/>
                    <a:pt x="141068" y="177966"/>
                  </a:cubicBezTo>
                  <a:cubicBezTo>
                    <a:pt x="156880" y="172124"/>
                    <a:pt x="172755" y="169203"/>
                    <a:pt x="185582" y="157456"/>
                  </a:cubicBezTo>
                  <a:cubicBezTo>
                    <a:pt x="198853" y="145391"/>
                    <a:pt x="208124" y="129452"/>
                    <a:pt x="220634" y="116689"/>
                  </a:cubicBezTo>
                  <a:cubicBezTo>
                    <a:pt x="228127" y="109069"/>
                    <a:pt x="236255" y="102084"/>
                    <a:pt x="244891" y="95924"/>
                  </a:cubicBezTo>
                  <a:cubicBezTo>
                    <a:pt x="251114" y="91479"/>
                    <a:pt x="258035" y="87669"/>
                    <a:pt x="263433" y="82208"/>
                  </a:cubicBezTo>
                  <a:cubicBezTo>
                    <a:pt x="271434" y="74080"/>
                    <a:pt x="275307" y="62206"/>
                    <a:pt x="268132" y="52427"/>
                  </a:cubicBezTo>
                  <a:cubicBezTo>
                    <a:pt x="267560" y="51665"/>
                    <a:pt x="266290" y="52363"/>
                    <a:pt x="266862" y="53125"/>
                  </a:cubicBezTo>
                  <a:cubicBezTo>
                    <a:pt x="266925" y="53252"/>
                    <a:pt x="266989" y="53379"/>
                    <a:pt x="267052" y="53506"/>
                  </a:cubicBezTo>
                  <a:cubicBezTo>
                    <a:pt x="266227" y="52871"/>
                    <a:pt x="265338" y="52236"/>
                    <a:pt x="264258" y="51665"/>
                  </a:cubicBezTo>
                  <a:cubicBezTo>
                    <a:pt x="259496" y="49188"/>
                    <a:pt x="254035" y="49506"/>
                    <a:pt x="248891" y="50585"/>
                  </a:cubicBezTo>
                  <a:cubicBezTo>
                    <a:pt x="238287" y="52808"/>
                    <a:pt x="228952" y="57507"/>
                    <a:pt x="217967" y="58586"/>
                  </a:cubicBezTo>
                  <a:cubicBezTo>
                    <a:pt x="214538" y="58904"/>
                    <a:pt x="203679" y="60428"/>
                    <a:pt x="200949" y="58269"/>
                  </a:cubicBezTo>
                  <a:cubicBezTo>
                    <a:pt x="192186" y="51284"/>
                    <a:pt x="210220" y="45759"/>
                    <a:pt x="212569" y="45061"/>
                  </a:cubicBezTo>
                  <a:cubicBezTo>
                    <a:pt x="221586" y="42203"/>
                    <a:pt x="231238" y="40933"/>
                    <a:pt x="240509" y="39028"/>
                  </a:cubicBezTo>
                  <a:cubicBezTo>
                    <a:pt x="260956" y="34964"/>
                    <a:pt x="281403" y="30646"/>
                    <a:pt x="301152" y="23852"/>
                  </a:cubicBezTo>
                  <a:cubicBezTo>
                    <a:pt x="320202" y="17311"/>
                    <a:pt x="338109" y="7532"/>
                    <a:pt x="357667" y="2643"/>
                  </a:cubicBezTo>
                  <a:cubicBezTo>
                    <a:pt x="371891" y="-977"/>
                    <a:pt x="387893" y="-3136"/>
                    <a:pt x="396275" y="11787"/>
                  </a:cubicBezTo>
                  <a:cubicBezTo>
                    <a:pt x="398370" y="15597"/>
                    <a:pt x="397862" y="17565"/>
                    <a:pt x="402371" y="18835"/>
                  </a:cubicBezTo>
                  <a:cubicBezTo>
                    <a:pt x="407197" y="20296"/>
                    <a:pt x="412658" y="18454"/>
                    <a:pt x="417738" y="20042"/>
                  </a:cubicBezTo>
                  <a:cubicBezTo>
                    <a:pt x="425104" y="21820"/>
                    <a:pt x="428596" y="26709"/>
                    <a:pt x="428279" y="34774"/>
                  </a:cubicBezTo>
                  <a:cubicBezTo>
                    <a:pt x="428152" y="35726"/>
                    <a:pt x="428088" y="36679"/>
                    <a:pt x="428215" y="37631"/>
                  </a:cubicBezTo>
                  <a:cubicBezTo>
                    <a:pt x="429930" y="41187"/>
                    <a:pt x="430057" y="41505"/>
                    <a:pt x="434311" y="42203"/>
                  </a:cubicBezTo>
                  <a:cubicBezTo>
                    <a:pt x="442058" y="43410"/>
                    <a:pt x="452218" y="40743"/>
                    <a:pt x="459394" y="38393"/>
                  </a:cubicBezTo>
                  <a:cubicBezTo>
                    <a:pt x="463013" y="37250"/>
                    <a:pt x="466442" y="35790"/>
                    <a:pt x="469871" y="34202"/>
                  </a:cubicBezTo>
                  <a:cubicBezTo>
                    <a:pt x="472030" y="33123"/>
                    <a:pt x="474253" y="32043"/>
                    <a:pt x="476412" y="30964"/>
                  </a:cubicBezTo>
                  <a:cubicBezTo>
                    <a:pt x="482444" y="26392"/>
                    <a:pt x="487715" y="27979"/>
                    <a:pt x="492287" y="35726"/>
                  </a:cubicBezTo>
                  <a:cubicBezTo>
                    <a:pt x="491334" y="36679"/>
                    <a:pt x="491842" y="37949"/>
                    <a:pt x="492731" y="38520"/>
                  </a:cubicBezTo>
                  <a:cubicBezTo>
                    <a:pt x="486572" y="53189"/>
                    <a:pt x="468220" y="55665"/>
                    <a:pt x="453044" y="63476"/>
                  </a:cubicBezTo>
                  <a:cubicBezTo>
                    <a:pt x="439582" y="70334"/>
                    <a:pt x="422310" y="81319"/>
                    <a:pt x="412975" y="93448"/>
                  </a:cubicBezTo>
                  <a:cubicBezTo>
                    <a:pt x="409546" y="97893"/>
                    <a:pt x="407133" y="103735"/>
                    <a:pt x="408403" y="109450"/>
                  </a:cubicBezTo>
                  <a:cubicBezTo>
                    <a:pt x="410118" y="117197"/>
                    <a:pt x="418373" y="121007"/>
                    <a:pt x="420722" y="128563"/>
                  </a:cubicBezTo>
                  <a:cubicBezTo>
                    <a:pt x="425167" y="143232"/>
                    <a:pt x="417992" y="158980"/>
                    <a:pt x="427009" y="172632"/>
                  </a:cubicBezTo>
                  <a:cubicBezTo>
                    <a:pt x="427771" y="173775"/>
                    <a:pt x="429104" y="173648"/>
                    <a:pt x="429993" y="172950"/>
                  </a:cubicBezTo>
                  <a:cubicBezTo>
                    <a:pt x="430565" y="173140"/>
                    <a:pt x="431200" y="173013"/>
                    <a:pt x="431708" y="172378"/>
                  </a:cubicBezTo>
                  <a:cubicBezTo>
                    <a:pt x="447710" y="153836"/>
                    <a:pt x="464918" y="136374"/>
                    <a:pt x="472856" y="112688"/>
                  </a:cubicBezTo>
                  <a:cubicBezTo>
                    <a:pt x="476856" y="100814"/>
                    <a:pt x="479714" y="85891"/>
                    <a:pt x="489683" y="77319"/>
                  </a:cubicBezTo>
                  <a:cubicBezTo>
                    <a:pt x="495906" y="71985"/>
                    <a:pt x="508098" y="72302"/>
                    <a:pt x="510892" y="81002"/>
                  </a:cubicBezTo>
                  <a:cubicBezTo>
                    <a:pt x="511781" y="83796"/>
                    <a:pt x="511718" y="87034"/>
                    <a:pt x="511781" y="89955"/>
                  </a:cubicBezTo>
                  <a:cubicBezTo>
                    <a:pt x="511908" y="95035"/>
                    <a:pt x="511337" y="100179"/>
                    <a:pt x="511083" y="105259"/>
                  </a:cubicBezTo>
                  <a:cubicBezTo>
                    <a:pt x="510956" y="105386"/>
                    <a:pt x="510765" y="105513"/>
                    <a:pt x="510638" y="105576"/>
                  </a:cubicBezTo>
                  <a:cubicBezTo>
                    <a:pt x="510067" y="106148"/>
                    <a:pt x="510384" y="106973"/>
                    <a:pt x="510956" y="107354"/>
                  </a:cubicBezTo>
                  <a:cubicBezTo>
                    <a:pt x="510892" y="107735"/>
                    <a:pt x="510892" y="108180"/>
                    <a:pt x="510892" y="108561"/>
                  </a:cubicBezTo>
                  <a:cubicBezTo>
                    <a:pt x="510892" y="109323"/>
                    <a:pt x="512162" y="109513"/>
                    <a:pt x="512226" y="108751"/>
                  </a:cubicBezTo>
                  <a:cubicBezTo>
                    <a:pt x="512289" y="108180"/>
                    <a:pt x="512416" y="107608"/>
                    <a:pt x="512543" y="107037"/>
                  </a:cubicBezTo>
                  <a:cubicBezTo>
                    <a:pt x="515845" y="104497"/>
                    <a:pt x="519084" y="102020"/>
                    <a:pt x="522767" y="99988"/>
                  </a:cubicBezTo>
                  <a:cubicBezTo>
                    <a:pt x="525497" y="98401"/>
                    <a:pt x="528355" y="97131"/>
                    <a:pt x="531339" y="96051"/>
                  </a:cubicBezTo>
                  <a:cubicBezTo>
                    <a:pt x="534070" y="98337"/>
                    <a:pt x="536800" y="100623"/>
                    <a:pt x="539594" y="102846"/>
                  </a:cubicBezTo>
                  <a:cubicBezTo>
                    <a:pt x="540737" y="105449"/>
                    <a:pt x="539023" y="111101"/>
                    <a:pt x="539150" y="113958"/>
                  </a:cubicBezTo>
                  <a:cubicBezTo>
                    <a:pt x="539340" y="116244"/>
                    <a:pt x="539721" y="118594"/>
                    <a:pt x="540356" y="120753"/>
                  </a:cubicBezTo>
                  <a:cubicBezTo>
                    <a:pt x="541880" y="126404"/>
                    <a:pt x="544865" y="131548"/>
                    <a:pt x="548357" y="136183"/>
                  </a:cubicBezTo>
                  <a:cubicBezTo>
                    <a:pt x="554580" y="145073"/>
                    <a:pt x="570265" y="154916"/>
                    <a:pt x="561565" y="1672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-1722403" y="3384353"/>
              <a:ext cx="98344" cy="110816"/>
            </a:xfrm>
            <a:custGeom>
              <a:avLst/>
              <a:gdLst/>
              <a:ahLst/>
              <a:cxnLst/>
              <a:rect l="l" t="t" r="r" b="b"/>
              <a:pathLst>
                <a:path w="98344" h="110816" extrusionOk="0">
                  <a:moveTo>
                    <a:pt x="96964" y="103505"/>
                  </a:moveTo>
                  <a:cubicBezTo>
                    <a:pt x="97282" y="105410"/>
                    <a:pt x="97663" y="107315"/>
                    <a:pt x="98044" y="109220"/>
                  </a:cubicBezTo>
                  <a:cubicBezTo>
                    <a:pt x="93789" y="111570"/>
                    <a:pt x="90233" y="111316"/>
                    <a:pt x="87376" y="108522"/>
                  </a:cubicBezTo>
                  <a:cubicBezTo>
                    <a:pt x="75819" y="101854"/>
                    <a:pt x="66802" y="85916"/>
                    <a:pt x="59944" y="74803"/>
                  </a:cubicBezTo>
                  <a:cubicBezTo>
                    <a:pt x="56642" y="69405"/>
                    <a:pt x="53657" y="63500"/>
                    <a:pt x="55308" y="56833"/>
                  </a:cubicBezTo>
                  <a:cubicBezTo>
                    <a:pt x="55880" y="54420"/>
                    <a:pt x="57086" y="52324"/>
                    <a:pt x="57340" y="49784"/>
                  </a:cubicBezTo>
                  <a:cubicBezTo>
                    <a:pt x="57658" y="46291"/>
                    <a:pt x="56896" y="42863"/>
                    <a:pt x="55435" y="39624"/>
                  </a:cubicBezTo>
                  <a:cubicBezTo>
                    <a:pt x="51498" y="31242"/>
                    <a:pt x="43307" y="26289"/>
                    <a:pt x="35115" y="22923"/>
                  </a:cubicBezTo>
                  <a:cubicBezTo>
                    <a:pt x="20764" y="17145"/>
                    <a:pt x="8128" y="13081"/>
                    <a:pt x="0" y="0"/>
                  </a:cubicBezTo>
                  <a:cubicBezTo>
                    <a:pt x="64" y="64"/>
                    <a:pt x="64" y="64"/>
                    <a:pt x="127" y="64"/>
                  </a:cubicBezTo>
                  <a:cubicBezTo>
                    <a:pt x="698" y="508"/>
                    <a:pt x="1333" y="953"/>
                    <a:pt x="1714" y="1270"/>
                  </a:cubicBezTo>
                  <a:cubicBezTo>
                    <a:pt x="4445" y="3239"/>
                    <a:pt x="7557" y="5080"/>
                    <a:pt x="10858" y="5905"/>
                  </a:cubicBezTo>
                  <a:cubicBezTo>
                    <a:pt x="11938" y="6159"/>
                    <a:pt x="12636" y="5334"/>
                    <a:pt x="12636" y="4572"/>
                  </a:cubicBezTo>
                  <a:cubicBezTo>
                    <a:pt x="36068" y="12827"/>
                    <a:pt x="59880" y="20066"/>
                    <a:pt x="83121" y="28892"/>
                  </a:cubicBezTo>
                  <a:cubicBezTo>
                    <a:pt x="88392" y="30861"/>
                    <a:pt x="90995" y="32385"/>
                    <a:pt x="94551" y="37021"/>
                  </a:cubicBezTo>
                  <a:cubicBezTo>
                    <a:pt x="99568" y="43434"/>
                    <a:pt x="98552" y="48451"/>
                    <a:pt x="97409" y="56324"/>
                  </a:cubicBezTo>
                  <a:cubicBezTo>
                    <a:pt x="96583" y="62230"/>
                    <a:pt x="95631" y="68072"/>
                    <a:pt x="95314" y="74041"/>
                  </a:cubicBezTo>
                  <a:cubicBezTo>
                    <a:pt x="94932" y="81788"/>
                    <a:pt x="95250" y="89598"/>
                    <a:pt x="96139" y="97282"/>
                  </a:cubicBezTo>
                  <a:cubicBezTo>
                    <a:pt x="96266" y="99314"/>
                    <a:pt x="96647" y="101409"/>
                    <a:pt x="96964" y="1035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-1592927" y="3382896"/>
              <a:ext cx="397129" cy="307338"/>
            </a:xfrm>
            <a:custGeom>
              <a:avLst/>
              <a:gdLst/>
              <a:ahLst/>
              <a:cxnLst/>
              <a:rect l="l" t="t" r="r" b="b"/>
              <a:pathLst>
                <a:path w="397129" h="307338" extrusionOk="0">
                  <a:moveTo>
                    <a:pt x="397129" y="230564"/>
                  </a:moveTo>
                  <a:cubicBezTo>
                    <a:pt x="393383" y="232659"/>
                    <a:pt x="389636" y="234692"/>
                    <a:pt x="385826" y="236787"/>
                  </a:cubicBezTo>
                  <a:cubicBezTo>
                    <a:pt x="379667" y="236724"/>
                    <a:pt x="370459" y="226183"/>
                    <a:pt x="366141" y="221928"/>
                  </a:cubicBezTo>
                  <a:cubicBezTo>
                    <a:pt x="361125" y="217039"/>
                    <a:pt x="356489" y="211768"/>
                    <a:pt x="351790" y="206625"/>
                  </a:cubicBezTo>
                  <a:cubicBezTo>
                    <a:pt x="342138" y="196211"/>
                    <a:pt x="331851" y="186940"/>
                    <a:pt x="319596" y="179637"/>
                  </a:cubicBezTo>
                  <a:cubicBezTo>
                    <a:pt x="312547" y="175446"/>
                    <a:pt x="299021" y="166493"/>
                    <a:pt x="290195" y="170874"/>
                  </a:cubicBezTo>
                  <a:cubicBezTo>
                    <a:pt x="281432" y="175256"/>
                    <a:pt x="282512" y="189734"/>
                    <a:pt x="283528" y="197608"/>
                  </a:cubicBezTo>
                  <a:cubicBezTo>
                    <a:pt x="284163" y="202942"/>
                    <a:pt x="285496" y="208022"/>
                    <a:pt x="287147" y="212975"/>
                  </a:cubicBezTo>
                  <a:cubicBezTo>
                    <a:pt x="286957" y="213292"/>
                    <a:pt x="286957" y="213737"/>
                    <a:pt x="287211" y="214181"/>
                  </a:cubicBezTo>
                  <a:cubicBezTo>
                    <a:pt x="287528" y="214880"/>
                    <a:pt x="287973" y="215515"/>
                    <a:pt x="288290" y="216150"/>
                  </a:cubicBezTo>
                  <a:cubicBezTo>
                    <a:pt x="291275" y="224024"/>
                    <a:pt x="295212" y="231517"/>
                    <a:pt x="299466" y="238946"/>
                  </a:cubicBezTo>
                  <a:cubicBezTo>
                    <a:pt x="300038" y="240089"/>
                    <a:pt x="301435" y="239518"/>
                    <a:pt x="301625" y="238502"/>
                  </a:cubicBezTo>
                  <a:cubicBezTo>
                    <a:pt x="302832" y="240534"/>
                    <a:pt x="304102" y="242565"/>
                    <a:pt x="305308" y="244534"/>
                  </a:cubicBezTo>
                  <a:cubicBezTo>
                    <a:pt x="311214" y="254313"/>
                    <a:pt x="319596" y="264664"/>
                    <a:pt x="322580" y="275840"/>
                  </a:cubicBezTo>
                  <a:cubicBezTo>
                    <a:pt x="326962" y="291715"/>
                    <a:pt x="313627" y="312606"/>
                    <a:pt x="295402" y="306129"/>
                  </a:cubicBezTo>
                  <a:cubicBezTo>
                    <a:pt x="284988" y="302446"/>
                    <a:pt x="277876" y="291016"/>
                    <a:pt x="271463" y="282634"/>
                  </a:cubicBezTo>
                  <a:cubicBezTo>
                    <a:pt x="264922" y="274062"/>
                    <a:pt x="258636" y="265362"/>
                    <a:pt x="252540" y="256409"/>
                  </a:cubicBezTo>
                  <a:cubicBezTo>
                    <a:pt x="248412" y="250376"/>
                    <a:pt x="245364" y="247900"/>
                    <a:pt x="246761" y="240343"/>
                  </a:cubicBezTo>
                  <a:cubicBezTo>
                    <a:pt x="248476" y="231263"/>
                    <a:pt x="250127" y="235834"/>
                    <a:pt x="256413" y="232659"/>
                  </a:cubicBezTo>
                  <a:cubicBezTo>
                    <a:pt x="267335" y="227135"/>
                    <a:pt x="256032" y="213419"/>
                    <a:pt x="250254" y="208466"/>
                  </a:cubicBezTo>
                  <a:cubicBezTo>
                    <a:pt x="244285" y="203322"/>
                    <a:pt x="237109" y="199830"/>
                    <a:pt x="230061" y="196338"/>
                  </a:cubicBezTo>
                  <a:cubicBezTo>
                    <a:pt x="226505" y="194623"/>
                    <a:pt x="222695" y="192972"/>
                    <a:pt x="219329" y="190813"/>
                  </a:cubicBezTo>
                  <a:cubicBezTo>
                    <a:pt x="210693" y="185034"/>
                    <a:pt x="212662" y="180272"/>
                    <a:pt x="212916" y="171446"/>
                  </a:cubicBezTo>
                  <a:cubicBezTo>
                    <a:pt x="213170" y="163190"/>
                    <a:pt x="211455" y="156777"/>
                    <a:pt x="206502" y="150046"/>
                  </a:cubicBezTo>
                  <a:cubicBezTo>
                    <a:pt x="200596" y="141918"/>
                    <a:pt x="190754" y="137156"/>
                    <a:pt x="185420" y="128710"/>
                  </a:cubicBezTo>
                  <a:cubicBezTo>
                    <a:pt x="178435" y="117725"/>
                    <a:pt x="187008" y="111692"/>
                    <a:pt x="185293" y="101215"/>
                  </a:cubicBezTo>
                  <a:cubicBezTo>
                    <a:pt x="184277" y="94865"/>
                    <a:pt x="179261" y="89658"/>
                    <a:pt x="174308" y="85975"/>
                  </a:cubicBezTo>
                  <a:cubicBezTo>
                    <a:pt x="159703" y="75243"/>
                    <a:pt x="139700" y="71370"/>
                    <a:pt x="122682" y="66290"/>
                  </a:cubicBezTo>
                  <a:cubicBezTo>
                    <a:pt x="110744" y="62734"/>
                    <a:pt x="98806" y="58860"/>
                    <a:pt x="87693" y="53018"/>
                  </a:cubicBezTo>
                  <a:cubicBezTo>
                    <a:pt x="77851" y="47875"/>
                    <a:pt x="68898" y="41080"/>
                    <a:pt x="58738" y="36572"/>
                  </a:cubicBezTo>
                  <a:cubicBezTo>
                    <a:pt x="40196" y="28253"/>
                    <a:pt x="18352" y="30539"/>
                    <a:pt x="826" y="19998"/>
                  </a:cubicBezTo>
                  <a:cubicBezTo>
                    <a:pt x="699" y="19681"/>
                    <a:pt x="508" y="19427"/>
                    <a:pt x="0" y="19363"/>
                  </a:cubicBezTo>
                  <a:cubicBezTo>
                    <a:pt x="762" y="17903"/>
                    <a:pt x="1524" y="16506"/>
                    <a:pt x="2286" y="15109"/>
                  </a:cubicBezTo>
                  <a:cubicBezTo>
                    <a:pt x="3874" y="15172"/>
                    <a:pt x="5525" y="15363"/>
                    <a:pt x="7112" y="15553"/>
                  </a:cubicBezTo>
                  <a:cubicBezTo>
                    <a:pt x="10224" y="15934"/>
                    <a:pt x="13399" y="16378"/>
                    <a:pt x="16637" y="16759"/>
                  </a:cubicBezTo>
                  <a:cubicBezTo>
                    <a:pt x="22924" y="17522"/>
                    <a:pt x="29274" y="18347"/>
                    <a:pt x="35560" y="19109"/>
                  </a:cubicBezTo>
                  <a:cubicBezTo>
                    <a:pt x="37084" y="19300"/>
                    <a:pt x="37783" y="17395"/>
                    <a:pt x="37211" y="16252"/>
                  </a:cubicBezTo>
                  <a:cubicBezTo>
                    <a:pt x="34290" y="10790"/>
                    <a:pt x="30925" y="5711"/>
                    <a:pt x="27178" y="884"/>
                  </a:cubicBezTo>
                  <a:cubicBezTo>
                    <a:pt x="41339" y="-1338"/>
                    <a:pt x="57976" y="1139"/>
                    <a:pt x="71882" y="2726"/>
                  </a:cubicBezTo>
                  <a:cubicBezTo>
                    <a:pt x="88138" y="4568"/>
                    <a:pt x="103632" y="8505"/>
                    <a:pt x="118745" y="14728"/>
                  </a:cubicBezTo>
                  <a:cubicBezTo>
                    <a:pt x="150114" y="27555"/>
                    <a:pt x="180912" y="42033"/>
                    <a:pt x="211963" y="55749"/>
                  </a:cubicBezTo>
                  <a:cubicBezTo>
                    <a:pt x="226568" y="62162"/>
                    <a:pt x="241618" y="67687"/>
                    <a:pt x="253365" y="78863"/>
                  </a:cubicBezTo>
                  <a:cubicBezTo>
                    <a:pt x="263525" y="88578"/>
                    <a:pt x="272606" y="97405"/>
                    <a:pt x="284798" y="104644"/>
                  </a:cubicBezTo>
                  <a:cubicBezTo>
                    <a:pt x="310071" y="119820"/>
                    <a:pt x="333502" y="136711"/>
                    <a:pt x="354775" y="157031"/>
                  </a:cubicBezTo>
                  <a:cubicBezTo>
                    <a:pt x="342202" y="152713"/>
                    <a:pt x="329311" y="149538"/>
                    <a:pt x="316103" y="147379"/>
                  </a:cubicBezTo>
                  <a:cubicBezTo>
                    <a:pt x="314770" y="147189"/>
                    <a:pt x="313754" y="147887"/>
                    <a:pt x="313627" y="149221"/>
                  </a:cubicBezTo>
                  <a:cubicBezTo>
                    <a:pt x="312484" y="160778"/>
                    <a:pt x="326327" y="162302"/>
                    <a:pt x="334074" y="166493"/>
                  </a:cubicBezTo>
                  <a:cubicBezTo>
                    <a:pt x="348552" y="174494"/>
                    <a:pt x="355600" y="187384"/>
                    <a:pt x="366141" y="199259"/>
                  </a:cubicBezTo>
                  <a:cubicBezTo>
                    <a:pt x="371221" y="204910"/>
                    <a:pt x="377317" y="209292"/>
                    <a:pt x="383223" y="214054"/>
                  </a:cubicBezTo>
                  <a:cubicBezTo>
                    <a:pt x="385699" y="216022"/>
                    <a:pt x="388239" y="218055"/>
                    <a:pt x="390398" y="220340"/>
                  </a:cubicBezTo>
                  <a:cubicBezTo>
                    <a:pt x="393256" y="223452"/>
                    <a:pt x="395542" y="226754"/>
                    <a:pt x="397129" y="2305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-1277852" y="3656432"/>
              <a:ext cx="292298" cy="606315"/>
            </a:xfrm>
            <a:custGeom>
              <a:avLst/>
              <a:gdLst/>
              <a:ahLst/>
              <a:cxnLst/>
              <a:rect l="l" t="t" r="r" b="b"/>
              <a:pathLst>
                <a:path w="292298" h="606315" extrusionOk="0">
                  <a:moveTo>
                    <a:pt x="290015" y="544657"/>
                  </a:moveTo>
                  <a:cubicBezTo>
                    <a:pt x="287031" y="565549"/>
                    <a:pt x="281633" y="585996"/>
                    <a:pt x="276045" y="606316"/>
                  </a:cubicBezTo>
                  <a:cubicBezTo>
                    <a:pt x="269505" y="557548"/>
                    <a:pt x="263980" y="508526"/>
                    <a:pt x="256170" y="460012"/>
                  </a:cubicBezTo>
                  <a:cubicBezTo>
                    <a:pt x="253693" y="444708"/>
                    <a:pt x="247343" y="428452"/>
                    <a:pt x="229817" y="426611"/>
                  </a:cubicBezTo>
                  <a:cubicBezTo>
                    <a:pt x="212482" y="424833"/>
                    <a:pt x="198829" y="437215"/>
                    <a:pt x="188923" y="449852"/>
                  </a:cubicBezTo>
                  <a:cubicBezTo>
                    <a:pt x="177112" y="464838"/>
                    <a:pt x="153236" y="502874"/>
                    <a:pt x="131646" y="479380"/>
                  </a:cubicBezTo>
                  <a:cubicBezTo>
                    <a:pt x="116279" y="462615"/>
                    <a:pt x="103897" y="443311"/>
                    <a:pt x="89355" y="425849"/>
                  </a:cubicBezTo>
                  <a:cubicBezTo>
                    <a:pt x="82497" y="417657"/>
                    <a:pt x="75258" y="409783"/>
                    <a:pt x="67130" y="402735"/>
                  </a:cubicBezTo>
                  <a:cubicBezTo>
                    <a:pt x="59129" y="395686"/>
                    <a:pt x="49985" y="389844"/>
                    <a:pt x="42683" y="382034"/>
                  </a:cubicBezTo>
                  <a:cubicBezTo>
                    <a:pt x="26109" y="364000"/>
                    <a:pt x="27506" y="338854"/>
                    <a:pt x="24903" y="316184"/>
                  </a:cubicBezTo>
                  <a:cubicBezTo>
                    <a:pt x="23887" y="307294"/>
                    <a:pt x="22299" y="298468"/>
                    <a:pt x="18870" y="290149"/>
                  </a:cubicBezTo>
                  <a:cubicBezTo>
                    <a:pt x="16330" y="283990"/>
                    <a:pt x="12203" y="278275"/>
                    <a:pt x="10361" y="271861"/>
                  </a:cubicBezTo>
                  <a:cubicBezTo>
                    <a:pt x="8202" y="264368"/>
                    <a:pt x="9155" y="256113"/>
                    <a:pt x="9472" y="248430"/>
                  </a:cubicBezTo>
                  <a:cubicBezTo>
                    <a:pt x="10361" y="222585"/>
                    <a:pt x="12203" y="196296"/>
                    <a:pt x="11695" y="170452"/>
                  </a:cubicBezTo>
                  <a:cubicBezTo>
                    <a:pt x="16584" y="145242"/>
                    <a:pt x="15822" y="119271"/>
                    <a:pt x="8329" y="94633"/>
                  </a:cubicBezTo>
                  <a:cubicBezTo>
                    <a:pt x="5091" y="83901"/>
                    <a:pt x="-10975" y="50183"/>
                    <a:pt x="12711" y="51834"/>
                  </a:cubicBezTo>
                  <a:cubicBezTo>
                    <a:pt x="17918" y="52151"/>
                    <a:pt x="23950" y="54501"/>
                    <a:pt x="27570" y="49357"/>
                  </a:cubicBezTo>
                  <a:cubicBezTo>
                    <a:pt x="29411" y="46754"/>
                    <a:pt x="29284" y="43071"/>
                    <a:pt x="29602" y="39959"/>
                  </a:cubicBezTo>
                  <a:cubicBezTo>
                    <a:pt x="30554" y="31324"/>
                    <a:pt x="31824" y="22370"/>
                    <a:pt x="36079" y="14623"/>
                  </a:cubicBezTo>
                  <a:cubicBezTo>
                    <a:pt x="40270" y="7130"/>
                    <a:pt x="47890" y="399"/>
                    <a:pt x="56843" y="18"/>
                  </a:cubicBezTo>
                  <a:cubicBezTo>
                    <a:pt x="65416" y="-363"/>
                    <a:pt x="71639" y="5479"/>
                    <a:pt x="76465" y="11702"/>
                  </a:cubicBezTo>
                  <a:cubicBezTo>
                    <a:pt x="85990" y="23957"/>
                    <a:pt x="97801" y="45484"/>
                    <a:pt x="116660" y="36276"/>
                  </a:cubicBezTo>
                  <a:cubicBezTo>
                    <a:pt x="117676" y="35768"/>
                    <a:pt x="117803" y="34435"/>
                    <a:pt x="117359" y="33546"/>
                  </a:cubicBezTo>
                  <a:cubicBezTo>
                    <a:pt x="113485" y="25799"/>
                    <a:pt x="112469" y="18052"/>
                    <a:pt x="114120" y="9860"/>
                  </a:cubicBezTo>
                  <a:cubicBezTo>
                    <a:pt x="116724" y="11575"/>
                    <a:pt x="119899" y="11765"/>
                    <a:pt x="123391" y="10559"/>
                  </a:cubicBezTo>
                  <a:cubicBezTo>
                    <a:pt x="125741" y="9733"/>
                    <a:pt x="127582" y="8019"/>
                    <a:pt x="129678" y="6558"/>
                  </a:cubicBezTo>
                  <a:cubicBezTo>
                    <a:pt x="133805" y="3701"/>
                    <a:pt x="137044" y="2113"/>
                    <a:pt x="140917" y="2494"/>
                  </a:cubicBezTo>
                  <a:cubicBezTo>
                    <a:pt x="140727" y="3447"/>
                    <a:pt x="141044" y="4653"/>
                    <a:pt x="142314" y="5034"/>
                  </a:cubicBezTo>
                  <a:cubicBezTo>
                    <a:pt x="163396" y="11829"/>
                    <a:pt x="171715" y="33165"/>
                    <a:pt x="178065" y="52469"/>
                  </a:cubicBezTo>
                  <a:cubicBezTo>
                    <a:pt x="184224" y="71138"/>
                    <a:pt x="192098" y="88537"/>
                    <a:pt x="200925" y="106063"/>
                  </a:cubicBezTo>
                  <a:cubicBezTo>
                    <a:pt x="219721" y="143528"/>
                    <a:pt x="235913" y="182072"/>
                    <a:pt x="248423" y="222141"/>
                  </a:cubicBezTo>
                  <a:cubicBezTo>
                    <a:pt x="273696" y="303738"/>
                    <a:pt x="282332" y="388955"/>
                    <a:pt x="290333" y="473601"/>
                  </a:cubicBezTo>
                  <a:cubicBezTo>
                    <a:pt x="292555" y="497477"/>
                    <a:pt x="293444" y="520972"/>
                    <a:pt x="290015" y="5446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-2037169" y="4093698"/>
              <a:ext cx="605062" cy="748170"/>
            </a:xfrm>
            <a:custGeom>
              <a:avLst/>
              <a:gdLst/>
              <a:ahLst/>
              <a:cxnLst/>
              <a:rect l="l" t="t" r="r" b="b"/>
              <a:pathLst>
                <a:path w="605062" h="748170" extrusionOk="0">
                  <a:moveTo>
                    <a:pt x="566289" y="359106"/>
                  </a:moveTo>
                  <a:cubicBezTo>
                    <a:pt x="546668" y="385585"/>
                    <a:pt x="557526" y="418351"/>
                    <a:pt x="543874" y="446799"/>
                  </a:cubicBezTo>
                  <a:cubicBezTo>
                    <a:pt x="530602" y="474295"/>
                    <a:pt x="502853" y="491757"/>
                    <a:pt x="477516" y="506743"/>
                  </a:cubicBezTo>
                  <a:cubicBezTo>
                    <a:pt x="454085" y="520650"/>
                    <a:pt x="429383" y="534747"/>
                    <a:pt x="412556" y="556718"/>
                  </a:cubicBezTo>
                  <a:cubicBezTo>
                    <a:pt x="403666" y="568275"/>
                    <a:pt x="400046" y="581927"/>
                    <a:pt x="392744" y="594183"/>
                  </a:cubicBezTo>
                  <a:cubicBezTo>
                    <a:pt x="384933" y="607264"/>
                    <a:pt x="372170" y="610947"/>
                    <a:pt x="359025" y="616471"/>
                  </a:cubicBezTo>
                  <a:cubicBezTo>
                    <a:pt x="344992" y="622313"/>
                    <a:pt x="340039" y="629679"/>
                    <a:pt x="333689" y="642951"/>
                  </a:cubicBezTo>
                  <a:cubicBezTo>
                    <a:pt x="326196" y="658699"/>
                    <a:pt x="308606" y="660350"/>
                    <a:pt x="296732" y="671526"/>
                  </a:cubicBezTo>
                  <a:cubicBezTo>
                    <a:pt x="278507" y="688671"/>
                    <a:pt x="277491" y="716547"/>
                    <a:pt x="292350" y="735089"/>
                  </a:cubicBezTo>
                  <a:cubicBezTo>
                    <a:pt x="292795" y="736677"/>
                    <a:pt x="293303" y="738201"/>
                    <a:pt x="294128" y="739598"/>
                  </a:cubicBezTo>
                  <a:cubicBezTo>
                    <a:pt x="296033" y="742709"/>
                    <a:pt x="298700" y="742963"/>
                    <a:pt x="300796" y="745376"/>
                  </a:cubicBezTo>
                  <a:cubicBezTo>
                    <a:pt x="304288" y="745821"/>
                    <a:pt x="303780" y="746710"/>
                    <a:pt x="299335" y="748170"/>
                  </a:cubicBezTo>
                  <a:cubicBezTo>
                    <a:pt x="297621" y="747535"/>
                    <a:pt x="295970" y="746900"/>
                    <a:pt x="294319" y="746265"/>
                  </a:cubicBezTo>
                  <a:cubicBezTo>
                    <a:pt x="291588" y="745059"/>
                    <a:pt x="289112" y="743408"/>
                    <a:pt x="286572" y="741757"/>
                  </a:cubicBezTo>
                  <a:cubicBezTo>
                    <a:pt x="281111" y="738137"/>
                    <a:pt x="276158" y="733629"/>
                    <a:pt x="270760" y="729819"/>
                  </a:cubicBezTo>
                  <a:cubicBezTo>
                    <a:pt x="260219" y="722262"/>
                    <a:pt x="243963" y="719913"/>
                    <a:pt x="237042" y="708483"/>
                  </a:cubicBezTo>
                  <a:cubicBezTo>
                    <a:pt x="232470" y="700990"/>
                    <a:pt x="229168" y="692608"/>
                    <a:pt x="225866" y="684289"/>
                  </a:cubicBezTo>
                  <a:cubicBezTo>
                    <a:pt x="226564" y="683718"/>
                    <a:pt x="226945" y="682702"/>
                    <a:pt x="226310" y="681876"/>
                  </a:cubicBezTo>
                  <a:cubicBezTo>
                    <a:pt x="225231" y="680416"/>
                    <a:pt x="224151" y="678892"/>
                    <a:pt x="223072" y="677495"/>
                  </a:cubicBezTo>
                  <a:cubicBezTo>
                    <a:pt x="221357" y="673367"/>
                    <a:pt x="219579" y="669240"/>
                    <a:pt x="217611" y="665366"/>
                  </a:cubicBezTo>
                  <a:cubicBezTo>
                    <a:pt x="217166" y="664541"/>
                    <a:pt x="215896" y="665112"/>
                    <a:pt x="216150" y="665938"/>
                  </a:cubicBezTo>
                  <a:cubicBezTo>
                    <a:pt x="216531" y="667144"/>
                    <a:pt x="216976" y="668414"/>
                    <a:pt x="217420" y="669621"/>
                  </a:cubicBezTo>
                  <a:cubicBezTo>
                    <a:pt x="203196" y="649555"/>
                    <a:pt x="190369" y="628663"/>
                    <a:pt x="182686" y="605105"/>
                  </a:cubicBezTo>
                  <a:cubicBezTo>
                    <a:pt x="172399" y="573736"/>
                    <a:pt x="175066" y="541033"/>
                    <a:pt x="172526" y="508585"/>
                  </a:cubicBezTo>
                  <a:cubicBezTo>
                    <a:pt x="170811" y="486296"/>
                    <a:pt x="165985" y="463627"/>
                    <a:pt x="153476" y="444767"/>
                  </a:cubicBezTo>
                  <a:cubicBezTo>
                    <a:pt x="147951" y="436385"/>
                    <a:pt x="140903" y="428956"/>
                    <a:pt x="132457" y="423558"/>
                  </a:cubicBezTo>
                  <a:cubicBezTo>
                    <a:pt x="122043" y="416827"/>
                    <a:pt x="109915" y="414795"/>
                    <a:pt x="98548" y="410350"/>
                  </a:cubicBezTo>
                  <a:cubicBezTo>
                    <a:pt x="71815" y="399873"/>
                    <a:pt x="68957" y="372885"/>
                    <a:pt x="62417" y="348438"/>
                  </a:cubicBezTo>
                  <a:cubicBezTo>
                    <a:pt x="60067" y="339548"/>
                    <a:pt x="57146" y="330594"/>
                    <a:pt x="52130" y="322784"/>
                  </a:cubicBezTo>
                  <a:cubicBezTo>
                    <a:pt x="46097" y="313322"/>
                    <a:pt x="37271" y="306909"/>
                    <a:pt x="28444" y="300305"/>
                  </a:cubicBezTo>
                  <a:cubicBezTo>
                    <a:pt x="14982" y="290272"/>
                    <a:pt x="-1845" y="276111"/>
                    <a:pt x="4759" y="257061"/>
                  </a:cubicBezTo>
                  <a:cubicBezTo>
                    <a:pt x="7870" y="248044"/>
                    <a:pt x="16824" y="239154"/>
                    <a:pt x="14919" y="228931"/>
                  </a:cubicBezTo>
                  <a:cubicBezTo>
                    <a:pt x="14030" y="223914"/>
                    <a:pt x="10728" y="221882"/>
                    <a:pt x="7426" y="218390"/>
                  </a:cubicBezTo>
                  <a:cubicBezTo>
                    <a:pt x="1457" y="212103"/>
                    <a:pt x="-1274" y="206325"/>
                    <a:pt x="568" y="197308"/>
                  </a:cubicBezTo>
                  <a:cubicBezTo>
                    <a:pt x="3616" y="182131"/>
                    <a:pt x="17713" y="171971"/>
                    <a:pt x="25841" y="159462"/>
                  </a:cubicBezTo>
                  <a:cubicBezTo>
                    <a:pt x="33524" y="147778"/>
                    <a:pt x="38477" y="134379"/>
                    <a:pt x="40382" y="120600"/>
                  </a:cubicBezTo>
                  <a:cubicBezTo>
                    <a:pt x="42160" y="107519"/>
                    <a:pt x="38604" y="93231"/>
                    <a:pt x="42287" y="80595"/>
                  </a:cubicBezTo>
                  <a:cubicBezTo>
                    <a:pt x="44954" y="71578"/>
                    <a:pt x="53463" y="67895"/>
                    <a:pt x="60194" y="62116"/>
                  </a:cubicBezTo>
                  <a:cubicBezTo>
                    <a:pt x="60702" y="62561"/>
                    <a:pt x="61528" y="62624"/>
                    <a:pt x="61845" y="61926"/>
                  </a:cubicBezTo>
                  <a:cubicBezTo>
                    <a:pt x="62226" y="61037"/>
                    <a:pt x="62671" y="60211"/>
                    <a:pt x="63052" y="59322"/>
                  </a:cubicBezTo>
                  <a:cubicBezTo>
                    <a:pt x="64195" y="58052"/>
                    <a:pt x="65274" y="56719"/>
                    <a:pt x="66100" y="55195"/>
                  </a:cubicBezTo>
                  <a:cubicBezTo>
                    <a:pt x="67497" y="52718"/>
                    <a:pt x="68640" y="49924"/>
                    <a:pt x="69719" y="47003"/>
                  </a:cubicBezTo>
                  <a:cubicBezTo>
                    <a:pt x="76260" y="36399"/>
                    <a:pt x="84388" y="26810"/>
                    <a:pt x="94040" y="18873"/>
                  </a:cubicBezTo>
                  <a:cubicBezTo>
                    <a:pt x="101152" y="13031"/>
                    <a:pt x="108962" y="7951"/>
                    <a:pt x="117344" y="4014"/>
                  </a:cubicBezTo>
                  <a:cubicBezTo>
                    <a:pt x="123885" y="902"/>
                    <a:pt x="134489" y="-3289"/>
                    <a:pt x="139188" y="4204"/>
                  </a:cubicBezTo>
                  <a:cubicBezTo>
                    <a:pt x="142173" y="8840"/>
                    <a:pt x="141157" y="15634"/>
                    <a:pt x="140268" y="20778"/>
                  </a:cubicBezTo>
                  <a:cubicBezTo>
                    <a:pt x="140077" y="21984"/>
                    <a:pt x="140712" y="23127"/>
                    <a:pt x="142109" y="23127"/>
                  </a:cubicBezTo>
                  <a:cubicBezTo>
                    <a:pt x="163826" y="23445"/>
                    <a:pt x="185480" y="24207"/>
                    <a:pt x="207133" y="25731"/>
                  </a:cubicBezTo>
                  <a:cubicBezTo>
                    <a:pt x="218436" y="26493"/>
                    <a:pt x="231136" y="26302"/>
                    <a:pt x="242122" y="29287"/>
                  </a:cubicBezTo>
                  <a:cubicBezTo>
                    <a:pt x="253107" y="32271"/>
                    <a:pt x="258949" y="40209"/>
                    <a:pt x="263902" y="49861"/>
                  </a:cubicBezTo>
                  <a:cubicBezTo>
                    <a:pt x="271078" y="63894"/>
                    <a:pt x="277174" y="76721"/>
                    <a:pt x="289620" y="87008"/>
                  </a:cubicBezTo>
                  <a:cubicBezTo>
                    <a:pt x="301050" y="96406"/>
                    <a:pt x="315020" y="102566"/>
                    <a:pt x="329625" y="104471"/>
                  </a:cubicBezTo>
                  <a:cubicBezTo>
                    <a:pt x="337435" y="105487"/>
                    <a:pt x="344674" y="104407"/>
                    <a:pt x="352485" y="104090"/>
                  </a:cubicBezTo>
                  <a:cubicBezTo>
                    <a:pt x="366455" y="103518"/>
                    <a:pt x="373694" y="111773"/>
                    <a:pt x="382266" y="121425"/>
                  </a:cubicBezTo>
                  <a:cubicBezTo>
                    <a:pt x="395982" y="136856"/>
                    <a:pt x="410143" y="155779"/>
                    <a:pt x="405444" y="177750"/>
                  </a:cubicBezTo>
                  <a:cubicBezTo>
                    <a:pt x="402967" y="189116"/>
                    <a:pt x="396300" y="193752"/>
                    <a:pt x="387791" y="200610"/>
                  </a:cubicBezTo>
                  <a:cubicBezTo>
                    <a:pt x="384489" y="203277"/>
                    <a:pt x="381123" y="206388"/>
                    <a:pt x="382266" y="211087"/>
                  </a:cubicBezTo>
                  <a:cubicBezTo>
                    <a:pt x="384171" y="219215"/>
                    <a:pt x="397633" y="222200"/>
                    <a:pt x="407603" y="223470"/>
                  </a:cubicBezTo>
                  <a:cubicBezTo>
                    <a:pt x="413064" y="227343"/>
                    <a:pt x="420176" y="225756"/>
                    <a:pt x="425573" y="221438"/>
                  </a:cubicBezTo>
                  <a:cubicBezTo>
                    <a:pt x="431098" y="216929"/>
                    <a:pt x="434400" y="210008"/>
                    <a:pt x="440559" y="206198"/>
                  </a:cubicBezTo>
                  <a:cubicBezTo>
                    <a:pt x="446719" y="202324"/>
                    <a:pt x="454466" y="201562"/>
                    <a:pt x="461514" y="203023"/>
                  </a:cubicBezTo>
                  <a:cubicBezTo>
                    <a:pt x="467674" y="204356"/>
                    <a:pt x="473579" y="207468"/>
                    <a:pt x="477834" y="212103"/>
                  </a:cubicBezTo>
                  <a:cubicBezTo>
                    <a:pt x="482977" y="217755"/>
                    <a:pt x="482469" y="223914"/>
                    <a:pt x="485581" y="230391"/>
                  </a:cubicBezTo>
                  <a:cubicBezTo>
                    <a:pt x="490978" y="241631"/>
                    <a:pt x="504948" y="236043"/>
                    <a:pt x="514473" y="235090"/>
                  </a:cubicBezTo>
                  <a:cubicBezTo>
                    <a:pt x="533269" y="233122"/>
                    <a:pt x="553970" y="232868"/>
                    <a:pt x="572322" y="237694"/>
                  </a:cubicBezTo>
                  <a:cubicBezTo>
                    <a:pt x="589848" y="242266"/>
                    <a:pt x="600960" y="255855"/>
                    <a:pt x="604135" y="273381"/>
                  </a:cubicBezTo>
                  <a:cubicBezTo>
                    <a:pt x="610231" y="307544"/>
                    <a:pt x="584958" y="333960"/>
                    <a:pt x="566289" y="3591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-1097578" y="-140125"/>
            <a:ext cx="11399276" cy="5713231"/>
            <a:chOff x="-1097578" y="-140125"/>
            <a:chExt cx="11399276" cy="5713231"/>
          </a:xfrm>
        </p:grpSpPr>
        <p:grpSp>
          <p:nvGrpSpPr>
            <p:cNvPr id="46" name="Google Shape;46;p4"/>
            <p:cNvGrpSpPr/>
            <p:nvPr/>
          </p:nvGrpSpPr>
          <p:grpSpPr>
            <a:xfrm>
              <a:off x="207821" y="-54172"/>
              <a:ext cx="9314069" cy="5039264"/>
              <a:chOff x="207821" y="-54172"/>
              <a:chExt cx="9314069" cy="5039264"/>
            </a:xfrm>
          </p:grpSpPr>
          <p:grpSp>
            <p:nvGrpSpPr>
              <p:cNvPr id="47" name="Google Shape;47;p4"/>
              <p:cNvGrpSpPr/>
              <p:nvPr/>
            </p:nvGrpSpPr>
            <p:grpSpPr>
              <a:xfrm>
                <a:off x="8617548" y="3711095"/>
                <a:ext cx="904342" cy="255575"/>
                <a:chOff x="10448480" y="3783774"/>
                <a:chExt cx="730250" cy="206375"/>
              </a:xfrm>
            </p:grpSpPr>
            <p:sp>
              <p:nvSpPr>
                <p:cNvPr id="48" name="Google Shape;48;p4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" name="Google Shape;49;p4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" name="Google Shape;50;p4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" name="Google Shape;51;p4"/>
              <p:cNvGrpSpPr/>
              <p:nvPr/>
            </p:nvGrpSpPr>
            <p:grpSpPr>
              <a:xfrm>
                <a:off x="5879005" y="4778717"/>
                <a:ext cx="571500" cy="206375"/>
                <a:chOff x="10607230" y="6115367"/>
                <a:chExt cx="571500" cy="206375"/>
              </a:xfrm>
            </p:grpSpPr>
            <p:sp>
              <p:nvSpPr>
                <p:cNvPr id="52" name="Google Shape;52;p4"/>
                <p:cNvSpPr/>
                <p:nvPr/>
              </p:nvSpPr>
              <p:spPr>
                <a:xfrm>
                  <a:off x="10607230" y="6115367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3;p4"/>
                <p:cNvSpPr/>
                <p:nvPr/>
              </p:nvSpPr>
              <p:spPr>
                <a:xfrm>
                  <a:off x="10956480" y="6210617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" name="Google Shape;54;p4"/>
              <p:cNvGrpSpPr/>
              <p:nvPr/>
            </p:nvGrpSpPr>
            <p:grpSpPr>
              <a:xfrm>
                <a:off x="1148692" y="-54172"/>
                <a:ext cx="1380465" cy="390131"/>
                <a:chOff x="8640762" y="5785103"/>
                <a:chExt cx="730250" cy="206375"/>
              </a:xfrm>
            </p:grpSpPr>
            <p:sp>
              <p:nvSpPr>
                <p:cNvPr id="55" name="Google Shape;55;p4"/>
                <p:cNvSpPr/>
                <p:nvPr/>
              </p:nvSpPr>
              <p:spPr>
                <a:xfrm>
                  <a:off x="8799512" y="5785103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6;p4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57;p4"/>
                <p:cNvSpPr/>
                <p:nvPr/>
              </p:nvSpPr>
              <p:spPr>
                <a:xfrm>
                  <a:off x="9148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8" name="Google Shape;58;p4"/>
              <p:cNvSpPr/>
              <p:nvPr/>
            </p:nvSpPr>
            <p:spPr>
              <a:xfrm>
                <a:off x="207821" y="2248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21" y="0"/>
                      <a:pt x="111125" y="0"/>
                    </a:cubicBezTo>
                    <a:cubicBezTo>
                      <a:pt x="172530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" name="Google Shape;59;p4"/>
            <p:cNvGrpSpPr/>
            <p:nvPr/>
          </p:nvGrpSpPr>
          <p:grpSpPr>
            <a:xfrm>
              <a:off x="-1097578" y="-140125"/>
              <a:ext cx="11399276" cy="5713231"/>
              <a:chOff x="-1097578" y="-140125"/>
              <a:chExt cx="11399276" cy="5713231"/>
            </a:xfrm>
          </p:grpSpPr>
          <p:grpSp>
            <p:nvGrpSpPr>
              <p:cNvPr id="60" name="Google Shape;60;p4"/>
              <p:cNvGrpSpPr/>
              <p:nvPr/>
            </p:nvGrpSpPr>
            <p:grpSpPr>
              <a:xfrm>
                <a:off x="163266" y="1648442"/>
                <a:ext cx="427082" cy="127376"/>
                <a:chOff x="8990012" y="6086729"/>
                <a:chExt cx="571500" cy="133350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3" name="Google Shape;63;p4"/>
              <p:cNvGrpSpPr/>
              <p:nvPr/>
            </p:nvGrpSpPr>
            <p:grpSpPr>
              <a:xfrm>
                <a:off x="-1097578" y="-140125"/>
                <a:ext cx="11399276" cy="5713231"/>
                <a:chOff x="-1097578" y="-140125"/>
                <a:chExt cx="11399276" cy="5713231"/>
              </a:xfrm>
            </p:grpSpPr>
            <p:sp>
              <p:nvSpPr>
                <p:cNvPr id="64" name="Google Shape;64;p4"/>
                <p:cNvSpPr/>
                <p:nvPr/>
              </p:nvSpPr>
              <p:spPr>
                <a:xfrm rot="10261421">
                  <a:off x="6619900" y="4242766"/>
                  <a:ext cx="3621765" cy="1054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979" h="254919" extrusionOk="0">
                      <a:moveTo>
                        <a:pt x="0" y="254762"/>
                      </a:moveTo>
                      <a:cubicBezTo>
                        <a:pt x="29654" y="256731"/>
                        <a:pt x="57658" y="239967"/>
                        <a:pt x="78549" y="218821"/>
                      </a:cubicBezTo>
                      <a:cubicBezTo>
                        <a:pt x="99378" y="197676"/>
                        <a:pt x="115062" y="172021"/>
                        <a:pt x="134429" y="149416"/>
                      </a:cubicBezTo>
                      <a:cubicBezTo>
                        <a:pt x="153797" y="126873"/>
                        <a:pt x="178498" y="106680"/>
                        <a:pt x="207899" y="102489"/>
                      </a:cubicBezTo>
                      <a:cubicBezTo>
                        <a:pt x="229870" y="99378"/>
                        <a:pt x="253936" y="106490"/>
                        <a:pt x="267970" y="123635"/>
                      </a:cubicBezTo>
                      <a:cubicBezTo>
                        <a:pt x="282004" y="140779"/>
                        <a:pt x="283464" y="168212"/>
                        <a:pt x="268669" y="184785"/>
                      </a:cubicBezTo>
                      <a:cubicBezTo>
                        <a:pt x="258635" y="196024"/>
                        <a:pt x="237617" y="199390"/>
                        <a:pt x="229870" y="186436"/>
                      </a:cubicBezTo>
                      <a:cubicBezTo>
                        <a:pt x="223457" y="175641"/>
                        <a:pt x="231267" y="160909"/>
                        <a:pt x="242507" y="155257"/>
                      </a:cubicBezTo>
                      <a:cubicBezTo>
                        <a:pt x="253746" y="149606"/>
                        <a:pt x="266954" y="150304"/>
                        <a:pt x="279591" y="150559"/>
                      </a:cubicBezTo>
                      <a:cubicBezTo>
                        <a:pt x="401193" y="152845"/>
                        <a:pt x="522605" y="95504"/>
                        <a:pt x="597979" y="0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5" name="Google Shape;65;p4"/>
                <p:cNvGrpSpPr/>
                <p:nvPr/>
              </p:nvGrpSpPr>
              <p:grpSpPr>
                <a:xfrm rot="10256276" flipH="1">
                  <a:off x="-1049320" y="116013"/>
                  <a:ext cx="3321875" cy="876014"/>
                  <a:chOff x="3970718" y="1375536"/>
                  <a:chExt cx="368172" cy="97092"/>
                </a:xfrm>
              </p:grpSpPr>
              <p:sp>
                <p:nvSpPr>
                  <p:cNvPr id="66" name="Google Shape;66;p4"/>
                  <p:cNvSpPr/>
                  <p:nvPr/>
                </p:nvSpPr>
                <p:spPr>
                  <a:xfrm>
                    <a:off x="3970718" y="1379156"/>
                    <a:ext cx="18351" cy="4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51" h="4952" extrusionOk="0">
                        <a:moveTo>
                          <a:pt x="0" y="4953"/>
                        </a:moveTo>
                        <a:cubicBezTo>
                          <a:pt x="0" y="4953"/>
                          <a:pt x="7176" y="2349"/>
                          <a:pt x="18352" y="0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" name="Google Shape;67;p4"/>
                  <p:cNvSpPr/>
                  <p:nvPr/>
                </p:nvSpPr>
                <p:spPr>
                  <a:xfrm>
                    <a:off x="4029075" y="1375536"/>
                    <a:ext cx="280479" cy="713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479" h="71374" extrusionOk="0">
                        <a:moveTo>
                          <a:pt x="0" y="0"/>
                        </a:moveTo>
                        <a:cubicBezTo>
                          <a:pt x="17590" y="762"/>
                          <a:pt x="36385" y="5017"/>
                          <a:pt x="52260" y="16701"/>
                        </a:cubicBezTo>
                        <a:cubicBezTo>
                          <a:pt x="93091" y="46736"/>
                          <a:pt x="97917" y="66294"/>
                          <a:pt x="152908" y="67945"/>
                        </a:cubicBezTo>
                        <a:cubicBezTo>
                          <a:pt x="197422" y="69279"/>
                          <a:pt x="239014" y="47181"/>
                          <a:pt x="280479" y="71374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" name="Google Shape;68;p4"/>
                  <p:cNvSpPr/>
                  <p:nvPr/>
                </p:nvSpPr>
                <p:spPr>
                  <a:xfrm>
                    <a:off x="4325746" y="1458849"/>
                    <a:ext cx="13144" cy="137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13779" extrusionOk="0">
                        <a:moveTo>
                          <a:pt x="0" y="0"/>
                        </a:moveTo>
                        <a:cubicBezTo>
                          <a:pt x="4382" y="3937"/>
                          <a:pt x="8763" y="8509"/>
                          <a:pt x="13145" y="13779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9" name="Google Shape;69;p4"/>
                <p:cNvSpPr/>
                <p:nvPr/>
              </p:nvSpPr>
              <p:spPr>
                <a:xfrm rot="7899692" flipH="1">
                  <a:off x="-653759" y="663676"/>
                  <a:ext cx="2123516" cy="263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585" h="77422" extrusionOk="0">
                      <a:moveTo>
                        <a:pt x="0" y="69331"/>
                      </a:moveTo>
                      <a:cubicBezTo>
                        <a:pt x="32957" y="25326"/>
                        <a:pt x="89090" y="3228"/>
                        <a:pt x="144018" y="370"/>
                      </a:cubicBezTo>
                      <a:cubicBezTo>
                        <a:pt x="198945" y="-2487"/>
                        <a:pt x="253238" y="11610"/>
                        <a:pt x="305626" y="28310"/>
                      </a:cubicBezTo>
                      <a:cubicBezTo>
                        <a:pt x="358013" y="45011"/>
                        <a:pt x="409829" y="64569"/>
                        <a:pt x="464121" y="73205"/>
                      </a:cubicBezTo>
                      <a:cubicBezTo>
                        <a:pt x="518414" y="81777"/>
                        <a:pt x="576580" y="78539"/>
                        <a:pt x="624586" y="51742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21"/>
          <p:cNvGrpSpPr/>
          <p:nvPr/>
        </p:nvGrpSpPr>
        <p:grpSpPr>
          <a:xfrm>
            <a:off x="-1097578" y="-140125"/>
            <a:ext cx="11399276" cy="5713231"/>
            <a:chOff x="-1097578" y="-140125"/>
            <a:chExt cx="11399276" cy="5713231"/>
          </a:xfrm>
        </p:grpSpPr>
        <p:grpSp>
          <p:nvGrpSpPr>
            <p:cNvPr id="465" name="Google Shape;465;p21"/>
            <p:cNvGrpSpPr/>
            <p:nvPr/>
          </p:nvGrpSpPr>
          <p:grpSpPr>
            <a:xfrm flipH="1">
              <a:off x="-317769" y="-54172"/>
              <a:ext cx="8821660" cy="5039264"/>
              <a:chOff x="700230" y="-54172"/>
              <a:chExt cx="8821660" cy="5039264"/>
            </a:xfrm>
          </p:grpSpPr>
          <p:grpSp>
            <p:nvGrpSpPr>
              <p:cNvPr id="466" name="Google Shape;466;p21"/>
              <p:cNvGrpSpPr/>
              <p:nvPr/>
            </p:nvGrpSpPr>
            <p:grpSpPr>
              <a:xfrm>
                <a:off x="8617548" y="3711095"/>
                <a:ext cx="904342" cy="255575"/>
                <a:chOff x="10448480" y="3783774"/>
                <a:chExt cx="730250" cy="206375"/>
              </a:xfrm>
            </p:grpSpPr>
            <p:sp>
              <p:nvSpPr>
                <p:cNvPr id="467" name="Google Shape;467;p21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" name="Google Shape;468;p21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21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0" name="Google Shape;470;p21"/>
              <p:cNvGrpSpPr/>
              <p:nvPr/>
            </p:nvGrpSpPr>
            <p:grpSpPr>
              <a:xfrm>
                <a:off x="700230" y="4778717"/>
                <a:ext cx="571500" cy="206375"/>
                <a:chOff x="5428455" y="6115367"/>
                <a:chExt cx="571500" cy="206375"/>
              </a:xfrm>
            </p:grpSpPr>
            <p:sp>
              <p:nvSpPr>
                <p:cNvPr id="471" name="Google Shape;471;p21"/>
                <p:cNvSpPr/>
                <p:nvPr/>
              </p:nvSpPr>
              <p:spPr>
                <a:xfrm>
                  <a:off x="5428455" y="6115367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21"/>
                <p:cNvSpPr/>
                <p:nvPr/>
              </p:nvSpPr>
              <p:spPr>
                <a:xfrm>
                  <a:off x="5777705" y="6210617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3" name="Google Shape;473;p21"/>
              <p:cNvGrpSpPr/>
              <p:nvPr/>
            </p:nvGrpSpPr>
            <p:grpSpPr>
              <a:xfrm>
                <a:off x="1148692" y="-54172"/>
                <a:ext cx="7539965" cy="390131"/>
                <a:chOff x="8640762" y="5785103"/>
                <a:chExt cx="3988555" cy="206375"/>
              </a:xfrm>
            </p:grpSpPr>
            <p:sp>
              <p:nvSpPr>
                <p:cNvPr id="474" name="Google Shape;474;p21"/>
                <p:cNvSpPr/>
                <p:nvPr/>
              </p:nvSpPr>
              <p:spPr>
                <a:xfrm>
                  <a:off x="12057817" y="5785103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21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21"/>
                <p:cNvSpPr/>
                <p:nvPr/>
              </p:nvSpPr>
              <p:spPr>
                <a:xfrm>
                  <a:off x="12407067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77" name="Google Shape;477;p21"/>
            <p:cNvGrpSpPr/>
            <p:nvPr/>
          </p:nvGrpSpPr>
          <p:grpSpPr>
            <a:xfrm flipH="1">
              <a:off x="-1097578" y="-140125"/>
              <a:ext cx="11399276" cy="5713231"/>
              <a:chOff x="-1097578" y="-140125"/>
              <a:chExt cx="11399276" cy="5713231"/>
            </a:xfrm>
          </p:grpSpPr>
          <p:grpSp>
            <p:nvGrpSpPr>
              <p:cNvPr id="478" name="Google Shape;478;p21"/>
              <p:cNvGrpSpPr/>
              <p:nvPr/>
            </p:nvGrpSpPr>
            <p:grpSpPr>
              <a:xfrm>
                <a:off x="163266" y="1648442"/>
                <a:ext cx="427082" cy="127376"/>
                <a:chOff x="8990012" y="6086729"/>
                <a:chExt cx="571500" cy="133350"/>
              </a:xfrm>
            </p:grpSpPr>
            <p:sp>
              <p:nvSpPr>
                <p:cNvPr id="479" name="Google Shape;479;p21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21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1" name="Google Shape;481;p21"/>
              <p:cNvGrpSpPr/>
              <p:nvPr/>
            </p:nvGrpSpPr>
            <p:grpSpPr>
              <a:xfrm>
                <a:off x="-1097578" y="-140125"/>
                <a:ext cx="11399276" cy="5713231"/>
                <a:chOff x="-1097578" y="-140125"/>
                <a:chExt cx="11399276" cy="5713231"/>
              </a:xfrm>
            </p:grpSpPr>
            <p:sp>
              <p:nvSpPr>
                <p:cNvPr id="482" name="Google Shape;482;p21"/>
                <p:cNvSpPr/>
                <p:nvPr/>
              </p:nvSpPr>
              <p:spPr>
                <a:xfrm rot="10261421">
                  <a:off x="6619900" y="4242766"/>
                  <a:ext cx="3621765" cy="1054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979" h="254919" extrusionOk="0">
                      <a:moveTo>
                        <a:pt x="0" y="254762"/>
                      </a:moveTo>
                      <a:cubicBezTo>
                        <a:pt x="29654" y="256731"/>
                        <a:pt x="57658" y="239967"/>
                        <a:pt x="78549" y="218821"/>
                      </a:cubicBezTo>
                      <a:cubicBezTo>
                        <a:pt x="99378" y="197676"/>
                        <a:pt x="115062" y="172021"/>
                        <a:pt x="134429" y="149416"/>
                      </a:cubicBezTo>
                      <a:cubicBezTo>
                        <a:pt x="153797" y="126873"/>
                        <a:pt x="178498" y="106680"/>
                        <a:pt x="207899" y="102489"/>
                      </a:cubicBezTo>
                      <a:cubicBezTo>
                        <a:pt x="229870" y="99378"/>
                        <a:pt x="253936" y="106490"/>
                        <a:pt x="267970" y="123635"/>
                      </a:cubicBezTo>
                      <a:cubicBezTo>
                        <a:pt x="282004" y="140779"/>
                        <a:pt x="283464" y="168212"/>
                        <a:pt x="268669" y="184785"/>
                      </a:cubicBezTo>
                      <a:cubicBezTo>
                        <a:pt x="258635" y="196024"/>
                        <a:pt x="237617" y="199390"/>
                        <a:pt x="229870" y="186436"/>
                      </a:cubicBezTo>
                      <a:cubicBezTo>
                        <a:pt x="223457" y="175641"/>
                        <a:pt x="231267" y="160909"/>
                        <a:pt x="242507" y="155257"/>
                      </a:cubicBezTo>
                      <a:cubicBezTo>
                        <a:pt x="253746" y="149606"/>
                        <a:pt x="266954" y="150304"/>
                        <a:pt x="279591" y="150559"/>
                      </a:cubicBezTo>
                      <a:cubicBezTo>
                        <a:pt x="401193" y="152845"/>
                        <a:pt x="522605" y="95504"/>
                        <a:pt x="597979" y="0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1"/>
                <p:cNvGrpSpPr/>
                <p:nvPr/>
              </p:nvGrpSpPr>
              <p:grpSpPr>
                <a:xfrm rot="10256276" flipH="1">
                  <a:off x="-1049320" y="116013"/>
                  <a:ext cx="3321875" cy="876014"/>
                  <a:chOff x="3970718" y="1375536"/>
                  <a:chExt cx="368172" cy="97092"/>
                </a:xfrm>
              </p:grpSpPr>
              <p:sp>
                <p:nvSpPr>
                  <p:cNvPr id="484" name="Google Shape;484;p21"/>
                  <p:cNvSpPr/>
                  <p:nvPr/>
                </p:nvSpPr>
                <p:spPr>
                  <a:xfrm>
                    <a:off x="3970718" y="1379156"/>
                    <a:ext cx="18351" cy="4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51" h="4952" extrusionOk="0">
                        <a:moveTo>
                          <a:pt x="0" y="4953"/>
                        </a:moveTo>
                        <a:cubicBezTo>
                          <a:pt x="0" y="4953"/>
                          <a:pt x="7176" y="2349"/>
                          <a:pt x="18352" y="0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1"/>
                  <p:cNvSpPr/>
                  <p:nvPr/>
                </p:nvSpPr>
                <p:spPr>
                  <a:xfrm>
                    <a:off x="4029075" y="1375536"/>
                    <a:ext cx="280479" cy="713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479" h="71374" extrusionOk="0">
                        <a:moveTo>
                          <a:pt x="0" y="0"/>
                        </a:moveTo>
                        <a:cubicBezTo>
                          <a:pt x="17590" y="762"/>
                          <a:pt x="36385" y="5017"/>
                          <a:pt x="52260" y="16701"/>
                        </a:cubicBezTo>
                        <a:cubicBezTo>
                          <a:pt x="93091" y="46736"/>
                          <a:pt x="97917" y="66294"/>
                          <a:pt x="152908" y="67945"/>
                        </a:cubicBezTo>
                        <a:cubicBezTo>
                          <a:pt x="197422" y="69279"/>
                          <a:pt x="239014" y="47181"/>
                          <a:pt x="280479" y="71374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1"/>
                  <p:cNvSpPr/>
                  <p:nvPr/>
                </p:nvSpPr>
                <p:spPr>
                  <a:xfrm>
                    <a:off x="4325746" y="1458849"/>
                    <a:ext cx="13144" cy="137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13779" extrusionOk="0">
                        <a:moveTo>
                          <a:pt x="0" y="0"/>
                        </a:moveTo>
                        <a:cubicBezTo>
                          <a:pt x="4382" y="3937"/>
                          <a:pt x="8763" y="8509"/>
                          <a:pt x="13145" y="13779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87" name="Google Shape;487;p21"/>
                <p:cNvSpPr/>
                <p:nvPr/>
              </p:nvSpPr>
              <p:spPr>
                <a:xfrm rot="7899692" flipH="1">
                  <a:off x="-653759" y="663676"/>
                  <a:ext cx="2123516" cy="263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585" h="77422" extrusionOk="0">
                      <a:moveTo>
                        <a:pt x="0" y="69331"/>
                      </a:moveTo>
                      <a:cubicBezTo>
                        <a:pt x="32957" y="25326"/>
                        <a:pt x="89090" y="3228"/>
                        <a:pt x="144018" y="370"/>
                      </a:cubicBezTo>
                      <a:cubicBezTo>
                        <a:pt x="198945" y="-2487"/>
                        <a:pt x="253238" y="11610"/>
                        <a:pt x="305626" y="28310"/>
                      </a:cubicBezTo>
                      <a:cubicBezTo>
                        <a:pt x="358013" y="45011"/>
                        <a:pt x="409829" y="64569"/>
                        <a:pt x="464121" y="73205"/>
                      </a:cubicBezTo>
                      <a:cubicBezTo>
                        <a:pt x="518414" y="81777"/>
                        <a:pt x="576580" y="78539"/>
                        <a:pt x="624586" y="51742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22"/>
          <p:cNvGrpSpPr/>
          <p:nvPr/>
        </p:nvGrpSpPr>
        <p:grpSpPr>
          <a:xfrm>
            <a:off x="-1472691" y="-276764"/>
            <a:ext cx="10787129" cy="5938407"/>
            <a:chOff x="-1472691" y="-276764"/>
            <a:chExt cx="10787129" cy="5938407"/>
          </a:xfrm>
        </p:grpSpPr>
        <p:grpSp>
          <p:nvGrpSpPr>
            <p:cNvPr id="490" name="Google Shape;490;p22"/>
            <p:cNvGrpSpPr/>
            <p:nvPr/>
          </p:nvGrpSpPr>
          <p:grpSpPr>
            <a:xfrm>
              <a:off x="955109" y="4667085"/>
              <a:ext cx="1242374" cy="351106"/>
              <a:chOff x="8640762" y="5785103"/>
              <a:chExt cx="730250" cy="206375"/>
            </a:xfrm>
          </p:grpSpPr>
          <p:sp>
            <p:nvSpPr>
              <p:cNvPr id="491" name="Google Shape;491;p22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2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2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4" name="Google Shape;494;p22"/>
            <p:cNvGrpSpPr/>
            <p:nvPr/>
          </p:nvGrpSpPr>
          <p:grpSpPr>
            <a:xfrm>
              <a:off x="6699830" y="128174"/>
              <a:ext cx="730250" cy="206375"/>
              <a:chOff x="10448480" y="3783774"/>
              <a:chExt cx="730250" cy="206375"/>
            </a:xfrm>
          </p:grpSpPr>
          <p:sp>
            <p:nvSpPr>
              <p:cNvPr id="495" name="Google Shape;495;p22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" name="Google Shape;498;p22"/>
            <p:cNvGrpSpPr/>
            <p:nvPr/>
          </p:nvGrpSpPr>
          <p:grpSpPr>
            <a:xfrm>
              <a:off x="-145820" y="3767167"/>
              <a:ext cx="571500" cy="206375"/>
              <a:chOff x="10607230" y="6115367"/>
              <a:chExt cx="571500" cy="206375"/>
            </a:xfrm>
          </p:grpSpPr>
          <p:sp>
            <p:nvSpPr>
              <p:cNvPr id="499" name="Google Shape;499;p22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2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22"/>
            <p:cNvGrpSpPr/>
            <p:nvPr/>
          </p:nvGrpSpPr>
          <p:grpSpPr>
            <a:xfrm>
              <a:off x="7634280" y="311674"/>
              <a:ext cx="238125" cy="133350"/>
              <a:chOff x="1683305" y="339574"/>
              <a:chExt cx="238125" cy="133350"/>
            </a:xfrm>
          </p:grpSpPr>
          <p:sp>
            <p:nvSpPr>
              <p:cNvPr id="502" name="Google Shape;502;p22"/>
              <p:cNvSpPr/>
              <p:nvPr/>
            </p:nvSpPr>
            <p:spPr>
              <a:xfrm>
                <a:off x="1683305" y="339574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22"/>
              <p:cNvSpPr/>
              <p:nvPr/>
            </p:nvSpPr>
            <p:spPr>
              <a:xfrm>
                <a:off x="1730930" y="453874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" name="Google Shape;504;p22"/>
            <p:cNvSpPr/>
            <p:nvPr/>
          </p:nvSpPr>
          <p:spPr>
            <a:xfrm flipH="1">
              <a:off x="-1472691" y="4429387"/>
              <a:ext cx="3512668" cy="1232256"/>
            </a:xfrm>
            <a:custGeom>
              <a:avLst/>
              <a:gdLst/>
              <a:ahLst/>
              <a:cxnLst/>
              <a:rect l="l" t="t" r="r" b="b"/>
              <a:pathLst>
                <a:path w="324421" h="113808" extrusionOk="0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2"/>
            <p:cNvSpPr/>
            <p:nvPr/>
          </p:nvSpPr>
          <p:spPr>
            <a:xfrm rot="10800000" flipH="1">
              <a:off x="7960800" y="-276764"/>
              <a:ext cx="1353638" cy="1352739"/>
            </a:xfrm>
            <a:custGeom>
              <a:avLst/>
              <a:gdLst/>
              <a:ahLst/>
              <a:cxnLst/>
              <a:rect l="l" t="t" r="r" b="b"/>
              <a:pathLst>
                <a:path w="269113" h="282704" extrusionOk="0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7" r:id="rId4"/>
    <p:sldLayoutId id="214748366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6"/>
          <p:cNvSpPr txBox="1">
            <a:spLocks noGrp="1"/>
          </p:cNvSpPr>
          <p:nvPr>
            <p:ph type="ctrTitle"/>
          </p:nvPr>
        </p:nvSpPr>
        <p:spPr>
          <a:xfrm>
            <a:off x="3646950" y="1604745"/>
            <a:ext cx="4806600" cy="24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3200" b="1" dirty="0"/>
              <a:t>A Smart Platform for Personalized Travel Discovery and AI-Based Trip Planning</a:t>
            </a:r>
            <a:br>
              <a:rPr lang="en-IN" sz="3200" b="1" dirty="0"/>
            </a:br>
            <a:br>
              <a:rPr lang="en-IN" sz="3200" dirty="0"/>
            </a:br>
            <a:r>
              <a:rPr lang="en-IN" sz="1200" dirty="0"/>
              <a:t>Technologies: React • Node.js • Express • MySQL • </a:t>
            </a:r>
            <a:r>
              <a:rPr lang="en-IN" sz="1200" dirty="0" err="1"/>
              <a:t>Ollama</a:t>
            </a:r>
            <a:r>
              <a:rPr lang="en-IN" sz="1200" dirty="0"/>
              <a:t> • Llama 3.2 • Google Maps</a:t>
            </a:r>
            <a:br>
              <a:rPr lang="en-IN" sz="3200" dirty="0"/>
            </a:br>
            <a:endParaRPr sz="30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7" name="Google Shape;517;p26"/>
          <p:cNvSpPr txBox="1">
            <a:spLocks noGrp="1"/>
          </p:cNvSpPr>
          <p:nvPr>
            <p:ph type="subTitle" idx="1"/>
          </p:nvPr>
        </p:nvSpPr>
        <p:spPr>
          <a:xfrm>
            <a:off x="3624175" y="3601300"/>
            <a:ext cx="5163478" cy="7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1200" b="1" dirty="0"/>
              <a:t>Presented by:</a:t>
            </a:r>
            <a:br>
              <a:rPr lang="en-IN" sz="1200" dirty="0"/>
            </a:br>
            <a:r>
              <a:rPr lang="en-IN" sz="1200" dirty="0"/>
              <a:t>Janumpally Hansika | N. Rishika Chowdary | B. Nikita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8" name="Google Shape;518;p26"/>
          <p:cNvSpPr/>
          <p:nvPr/>
        </p:nvSpPr>
        <p:spPr>
          <a:xfrm>
            <a:off x="2833474" y="-699794"/>
            <a:ext cx="1000839" cy="351098"/>
          </a:xfrm>
          <a:custGeom>
            <a:avLst/>
            <a:gdLst/>
            <a:ahLst/>
            <a:cxnLst/>
            <a:rect l="l" t="t" r="r" b="b"/>
            <a:pathLst>
              <a:path w="324421" h="113808" extrusionOk="0">
                <a:moveTo>
                  <a:pt x="324422" y="80090"/>
                </a:moveTo>
                <a:cubicBezTo>
                  <a:pt x="324422" y="80090"/>
                  <a:pt x="311912" y="40720"/>
                  <a:pt x="235458" y="50309"/>
                </a:cubicBezTo>
                <a:cubicBezTo>
                  <a:pt x="157607" y="60088"/>
                  <a:pt x="168783" y="-4682"/>
                  <a:pt x="187135" y="271"/>
                </a:cubicBezTo>
                <a:cubicBezTo>
                  <a:pt x="205486" y="5224"/>
                  <a:pt x="199898" y="32592"/>
                  <a:pt x="172974" y="39450"/>
                </a:cubicBezTo>
                <a:cubicBezTo>
                  <a:pt x="130492" y="50309"/>
                  <a:pt x="114617" y="12971"/>
                  <a:pt x="70676" y="32592"/>
                </a:cubicBezTo>
                <a:cubicBezTo>
                  <a:pt x="41275" y="45737"/>
                  <a:pt x="30035" y="78820"/>
                  <a:pt x="30035" y="78820"/>
                </a:cubicBezTo>
                <a:cubicBezTo>
                  <a:pt x="30035" y="78820"/>
                  <a:pt x="13779" y="109427"/>
                  <a:pt x="0" y="113809"/>
                </a:cubicBezTo>
              </a:path>
            </a:pathLst>
          </a:custGeom>
          <a:noFill/>
          <a:ln w="12700" cap="rnd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" name="Google Shape;519;p26"/>
          <p:cNvGrpSpPr/>
          <p:nvPr/>
        </p:nvGrpSpPr>
        <p:grpSpPr>
          <a:xfrm>
            <a:off x="-1244699" y="-502353"/>
            <a:ext cx="4746064" cy="5510027"/>
            <a:chOff x="-1244699" y="-502353"/>
            <a:chExt cx="4746064" cy="5510027"/>
          </a:xfrm>
        </p:grpSpPr>
        <p:grpSp>
          <p:nvGrpSpPr>
            <p:cNvPr id="520" name="Google Shape;520;p26"/>
            <p:cNvGrpSpPr/>
            <p:nvPr/>
          </p:nvGrpSpPr>
          <p:grpSpPr>
            <a:xfrm>
              <a:off x="1740212" y="4137266"/>
              <a:ext cx="1272418" cy="372164"/>
              <a:chOff x="1740212" y="4137266"/>
              <a:chExt cx="1272418" cy="372164"/>
            </a:xfrm>
          </p:grpSpPr>
          <p:grpSp>
            <p:nvGrpSpPr>
              <p:cNvPr id="521" name="Google Shape;521;p26"/>
              <p:cNvGrpSpPr/>
              <p:nvPr/>
            </p:nvGrpSpPr>
            <p:grpSpPr>
              <a:xfrm>
                <a:off x="1740212" y="4376079"/>
                <a:ext cx="571500" cy="133350"/>
                <a:chOff x="8990012" y="6086729"/>
                <a:chExt cx="571500" cy="133350"/>
              </a:xfrm>
            </p:grpSpPr>
            <p:sp>
              <p:nvSpPr>
                <p:cNvPr id="522" name="Google Shape;522;p26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3" name="Google Shape;523;p26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4" name="Google Shape;524;p26"/>
              <p:cNvGrpSpPr/>
              <p:nvPr/>
            </p:nvGrpSpPr>
            <p:grpSpPr>
              <a:xfrm>
                <a:off x="2631630" y="4137266"/>
                <a:ext cx="381000" cy="111125"/>
                <a:chOff x="10448480" y="5673978"/>
                <a:chExt cx="381000" cy="111125"/>
              </a:xfrm>
            </p:grpSpPr>
            <p:sp>
              <p:nvSpPr>
                <p:cNvPr id="525" name="Google Shape;525;p26"/>
                <p:cNvSpPr/>
                <p:nvPr/>
              </p:nvSpPr>
              <p:spPr>
                <a:xfrm>
                  <a:off x="10607230" y="5673978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26"/>
                <p:cNvSpPr/>
                <p:nvPr/>
              </p:nvSpPr>
              <p:spPr>
                <a:xfrm>
                  <a:off x="10448480" y="5673978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27" name="Google Shape;527;p26"/>
            <p:cNvGrpSpPr/>
            <p:nvPr/>
          </p:nvGrpSpPr>
          <p:grpSpPr>
            <a:xfrm>
              <a:off x="-1244699" y="-502353"/>
              <a:ext cx="4746064" cy="5510027"/>
              <a:chOff x="-1244699" y="-502353"/>
              <a:chExt cx="4746064" cy="5510027"/>
            </a:xfrm>
          </p:grpSpPr>
          <p:grpSp>
            <p:nvGrpSpPr>
              <p:cNvPr id="528" name="Google Shape;528;p26"/>
              <p:cNvGrpSpPr/>
              <p:nvPr/>
            </p:nvGrpSpPr>
            <p:grpSpPr>
              <a:xfrm>
                <a:off x="-555176" y="815162"/>
                <a:ext cx="3722721" cy="3513176"/>
                <a:chOff x="-2482208" y="3351602"/>
                <a:chExt cx="1509803" cy="1507801"/>
              </a:xfrm>
            </p:grpSpPr>
            <p:sp>
              <p:nvSpPr>
                <p:cNvPr id="529" name="Google Shape;529;p26"/>
                <p:cNvSpPr/>
                <p:nvPr/>
              </p:nvSpPr>
              <p:spPr>
                <a:xfrm>
                  <a:off x="-2482208" y="3351602"/>
                  <a:ext cx="1509803" cy="150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03" h="1507801" extrusionOk="0">
                      <a:moveTo>
                        <a:pt x="1509803" y="755000"/>
                      </a:moveTo>
                      <a:cubicBezTo>
                        <a:pt x="1509866" y="791703"/>
                        <a:pt x="1505104" y="840535"/>
                        <a:pt x="1499770" y="876793"/>
                      </a:cubicBezTo>
                      <a:cubicBezTo>
                        <a:pt x="1496595" y="898383"/>
                        <a:pt x="1490753" y="927022"/>
                        <a:pt x="1484466" y="947977"/>
                      </a:cubicBezTo>
                      <a:cubicBezTo>
                        <a:pt x="1484466" y="948040"/>
                        <a:pt x="1484466" y="948040"/>
                        <a:pt x="1484466" y="948040"/>
                      </a:cubicBezTo>
                      <a:cubicBezTo>
                        <a:pt x="1479323" y="964994"/>
                        <a:pt x="1472909" y="987791"/>
                        <a:pt x="1467004" y="1004492"/>
                      </a:cubicBezTo>
                      <a:cubicBezTo>
                        <a:pt x="1466940" y="1004555"/>
                        <a:pt x="1466940" y="1004682"/>
                        <a:pt x="1466940" y="1004746"/>
                      </a:cubicBezTo>
                      <a:cubicBezTo>
                        <a:pt x="1460463" y="1022843"/>
                        <a:pt x="1451510" y="1046910"/>
                        <a:pt x="1443064" y="1064118"/>
                      </a:cubicBezTo>
                      <a:cubicBezTo>
                        <a:pt x="1435381" y="1079739"/>
                        <a:pt x="1425538" y="1100694"/>
                        <a:pt x="1417156" y="1115871"/>
                      </a:cubicBezTo>
                      <a:cubicBezTo>
                        <a:pt x="1407822" y="1132698"/>
                        <a:pt x="1394550" y="1154733"/>
                        <a:pt x="1383946" y="1170735"/>
                      </a:cubicBezTo>
                      <a:cubicBezTo>
                        <a:pt x="1352704" y="1217724"/>
                        <a:pt x="1321906" y="1252078"/>
                        <a:pt x="1308825" y="1265985"/>
                      </a:cubicBezTo>
                      <a:cubicBezTo>
                        <a:pt x="1289140" y="1286876"/>
                        <a:pt x="1261708" y="1315006"/>
                        <a:pt x="1219671" y="1347899"/>
                      </a:cubicBezTo>
                      <a:cubicBezTo>
                        <a:pt x="1207543" y="1357361"/>
                        <a:pt x="1191096" y="1369553"/>
                        <a:pt x="1178269" y="1378062"/>
                      </a:cubicBezTo>
                      <a:cubicBezTo>
                        <a:pt x="1160870" y="1389555"/>
                        <a:pt x="1136994" y="1403906"/>
                        <a:pt x="1118960" y="1414321"/>
                      </a:cubicBezTo>
                      <a:cubicBezTo>
                        <a:pt x="1089306" y="1431466"/>
                        <a:pt x="1043141" y="1450960"/>
                        <a:pt x="1033489" y="1454643"/>
                      </a:cubicBezTo>
                      <a:cubicBezTo>
                        <a:pt x="1017170" y="1460866"/>
                        <a:pt x="995199" y="1468740"/>
                        <a:pt x="978562" y="1473947"/>
                      </a:cubicBezTo>
                      <a:cubicBezTo>
                        <a:pt x="962433" y="1478964"/>
                        <a:pt x="940589" y="1484742"/>
                        <a:pt x="924142" y="1488552"/>
                      </a:cubicBezTo>
                      <a:cubicBezTo>
                        <a:pt x="895123" y="1495220"/>
                        <a:pt x="865849" y="1500236"/>
                        <a:pt x="836449" y="1503411"/>
                      </a:cubicBezTo>
                      <a:cubicBezTo>
                        <a:pt x="815811" y="1505634"/>
                        <a:pt x="795110" y="1507030"/>
                        <a:pt x="774409" y="1507539"/>
                      </a:cubicBezTo>
                      <a:cubicBezTo>
                        <a:pt x="754089" y="1508110"/>
                        <a:pt x="733706" y="1507729"/>
                        <a:pt x="713259" y="1506586"/>
                      </a:cubicBezTo>
                      <a:cubicBezTo>
                        <a:pt x="690526" y="1505379"/>
                        <a:pt x="667729" y="1503093"/>
                        <a:pt x="644933" y="1499728"/>
                      </a:cubicBezTo>
                      <a:cubicBezTo>
                        <a:pt x="630836" y="1497696"/>
                        <a:pt x="618009" y="1495347"/>
                        <a:pt x="607150" y="1493187"/>
                      </a:cubicBezTo>
                      <a:cubicBezTo>
                        <a:pt x="593244" y="1490393"/>
                        <a:pt x="582576" y="1487854"/>
                        <a:pt x="576480" y="1486393"/>
                      </a:cubicBezTo>
                      <a:cubicBezTo>
                        <a:pt x="546762" y="1479345"/>
                        <a:pt x="517806" y="1469566"/>
                        <a:pt x="517552" y="1469502"/>
                      </a:cubicBezTo>
                      <a:cubicBezTo>
                        <a:pt x="488532" y="1459533"/>
                        <a:pt x="476086" y="1455024"/>
                        <a:pt x="440844" y="1439340"/>
                      </a:cubicBezTo>
                      <a:cubicBezTo>
                        <a:pt x="422873" y="1431339"/>
                        <a:pt x="399442" y="1419337"/>
                        <a:pt x="382424" y="1409431"/>
                      </a:cubicBezTo>
                      <a:cubicBezTo>
                        <a:pt x="369343" y="1401811"/>
                        <a:pt x="351944" y="1391651"/>
                        <a:pt x="339498" y="1383079"/>
                      </a:cubicBezTo>
                      <a:cubicBezTo>
                        <a:pt x="319686" y="1369426"/>
                        <a:pt x="293778" y="1350503"/>
                        <a:pt x="274982" y="1335454"/>
                      </a:cubicBezTo>
                      <a:cubicBezTo>
                        <a:pt x="249264" y="1314879"/>
                        <a:pt x="218403" y="1283574"/>
                        <a:pt x="195607" y="1259889"/>
                      </a:cubicBezTo>
                      <a:cubicBezTo>
                        <a:pt x="180621" y="1244267"/>
                        <a:pt x="162079" y="1222042"/>
                        <a:pt x="149760" y="1204262"/>
                      </a:cubicBezTo>
                      <a:cubicBezTo>
                        <a:pt x="138330" y="1187753"/>
                        <a:pt x="122836" y="1166035"/>
                        <a:pt x="112168" y="1149017"/>
                      </a:cubicBezTo>
                      <a:cubicBezTo>
                        <a:pt x="103024" y="1134349"/>
                        <a:pt x="91848" y="1114156"/>
                        <a:pt x="83783" y="1098853"/>
                      </a:cubicBezTo>
                      <a:cubicBezTo>
                        <a:pt x="74639" y="1081517"/>
                        <a:pt x="63908" y="1057641"/>
                        <a:pt x="56351" y="1039543"/>
                      </a:cubicBezTo>
                      <a:cubicBezTo>
                        <a:pt x="49620" y="1023287"/>
                        <a:pt x="42254" y="1000935"/>
                        <a:pt x="36222" y="984362"/>
                      </a:cubicBezTo>
                      <a:cubicBezTo>
                        <a:pt x="29554" y="965947"/>
                        <a:pt x="22823" y="940547"/>
                        <a:pt x="19013" y="921370"/>
                      </a:cubicBezTo>
                      <a:cubicBezTo>
                        <a:pt x="11965" y="885810"/>
                        <a:pt x="4345" y="837867"/>
                        <a:pt x="1868" y="801736"/>
                      </a:cubicBezTo>
                      <a:cubicBezTo>
                        <a:pt x="-481" y="768589"/>
                        <a:pt x="-1116" y="724012"/>
                        <a:pt x="2948" y="691055"/>
                      </a:cubicBezTo>
                      <a:cubicBezTo>
                        <a:pt x="5361" y="671371"/>
                        <a:pt x="7139" y="644891"/>
                        <a:pt x="11266" y="625460"/>
                      </a:cubicBezTo>
                      <a:cubicBezTo>
                        <a:pt x="15013" y="607934"/>
                        <a:pt x="19267" y="584312"/>
                        <a:pt x="23776" y="566977"/>
                      </a:cubicBezTo>
                      <a:cubicBezTo>
                        <a:pt x="28665" y="548117"/>
                        <a:pt x="35460" y="522907"/>
                        <a:pt x="42572" y="504747"/>
                      </a:cubicBezTo>
                      <a:cubicBezTo>
                        <a:pt x="48985" y="488427"/>
                        <a:pt x="56923" y="466392"/>
                        <a:pt x="64035" y="450391"/>
                      </a:cubicBezTo>
                      <a:cubicBezTo>
                        <a:pt x="71972" y="432610"/>
                        <a:pt x="83402" y="409242"/>
                        <a:pt x="92737" y="392161"/>
                      </a:cubicBezTo>
                      <a:cubicBezTo>
                        <a:pt x="100992" y="377111"/>
                        <a:pt x="112676" y="357427"/>
                        <a:pt x="122137" y="343139"/>
                      </a:cubicBezTo>
                      <a:cubicBezTo>
                        <a:pt x="133059" y="326629"/>
                        <a:pt x="147918" y="304722"/>
                        <a:pt x="160555" y="289481"/>
                      </a:cubicBezTo>
                      <a:cubicBezTo>
                        <a:pt x="181700" y="263954"/>
                        <a:pt x="210720" y="230490"/>
                        <a:pt x="234850" y="207757"/>
                      </a:cubicBezTo>
                      <a:cubicBezTo>
                        <a:pt x="249328" y="194168"/>
                        <a:pt x="269394" y="176832"/>
                        <a:pt x="284761" y="164323"/>
                      </a:cubicBezTo>
                      <a:cubicBezTo>
                        <a:pt x="296762" y="154544"/>
                        <a:pt x="313272" y="142225"/>
                        <a:pt x="326163" y="133653"/>
                      </a:cubicBezTo>
                      <a:cubicBezTo>
                        <a:pt x="336894" y="126477"/>
                        <a:pt x="349975" y="118159"/>
                        <a:pt x="362675" y="110348"/>
                      </a:cubicBezTo>
                      <a:cubicBezTo>
                        <a:pt x="370422" y="105522"/>
                        <a:pt x="378106" y="100950"/>
                        <a:pt x="384964" y="96949"/>
                      </a:cubicBezTo>
                      <a:cubicBezTo>
                        <a:pt x="396330" y="90282"/>
                        <a:pt x="411888" y="82091"/>
                        <a:pt x="423826" y="76503"/>
                      </a:cubicBezTo>
                      <a:cubicBezTo>
                        <a:pt x="435510" y="71042"/>
                        <a:pt x="451004" y="63803"/>
                        <a:pt x="462878" y="58723"/>
                      </a:cubicBezTo>
                      <a:cubicBezTo>
                        <a:pt x="472784" y="54531"/>
                        <a:pt x="486310" y="49451"/>
                        <a:pt x="496343" y="45642"/>
                      </a:cubicBezTo>
                      <a:cubicBezTo>
                        <a:pt x="512726" y="39418"/>
                        <a:pt x="535141" y="32560"/>
                        <a:pt x="552032" y="27861"/>
                      </a:cubicBezTo>
                      <a:cubicBezTo>
                        <a:pt x="560224" y="25575"/>
                        <a:pt x="571146" y="22591"/>
                        <a:pt x="579464" y="20749"/>
                      </a:cubicBezTo>
                      <a:cubicBezTo>
                        <a:pt x="595149" y="17257"/>
                        <a:pt x="616167" y="12875"/>
                        <a:pt x="632042" y="10081"/>
                      </a:cubicBezTo>
                      <a:cubicBezTo>
                        <a:pt x="643853" y="7986"/>
                        <a:pt x="671539" y="4176"/>
                        <a:pt x="692939" y="2525"/>
                      </a:cubicBezTo>
                      <a:cubicBezTo>
                        <a:pt x="714719" y="874"/>
                        <a:pt x="772504" y="-3508"/>
                        <a:pt x="846228" y="5510"/>
                      </a:cubicBezTo>
                      <a:cubicBezTo>
                        <a:pt x="865151" y="7859"/>
                        <a:pt x="881216" y="10462"/>
                        <a:pt x="892265" y="12494"/>
                      </a:cubicBezTo>
                      <a:cubicBezTo>
                        <a:pt x="902489" y="14336"/>
                        <a:pt x="908394" y="15669"/>
                        <a:pt x="908521" y="15669"/>
                      </a:cubicBezTo>
                      <a:cubicBezTo>
                        <a:pt x="923825" y="19098"/>
                        <a:pt x="944145" y="23988"/>
                        <a:pt x="959258" y="28052"/>
                      </a:cubicBezTo>
                      <a:cubicBezTo>
                        <a:pt x="963258" y="29131"/>
                        <a:pt x="967894" y="30465"/>
                        <a:pt x="972466" y="31862"/>
                      </a:cubicBezTo>
                      <a:cubicBezTo>
                        <a:pt x="979387" y="33957"/>
                        <a:pt x="986563" y="36243"/>
                        <a:pt x="992468" y="38212"/>
                      </a:cubicBezTo>
                      <a:cubicBezTo>
                        <a:pt x="1004025" y="42022"/>
                        <a:pt x="1019329" y="47610"/>
                        <a:pt x="1030695" y="52055"/>
                      </a:cubicBezTo>
                      <a:cubicBezTo>
                        <a:pt x="1039458" y="55548"/>
                        <a:pt x="1050253" y="60119"/>
                        <a:pt x="1059969" y="64374"/>
                      </a:cubicBezTo>
                      <a:cubicBezTo>
                        <a:pt x="1060794" y="64692"/>
                        <a:pt x="1061556" y="65073"/>
                        <a:pt x="1062382" y="65454"/>
                      </a:cubicBezTo>
                      <a:cubicBezTo>
                        <a:pt x="1063525" y="65961"/>
                        <a:pt x="1064731" y="66533"/>
                        <a:pt x="1065874" y="67041"/>
                      </a:cubicBezTo>
                      <a:cubicBezTo>
                        <a:pt x="1067017" y="67549"/>
                        <a:pt x="1068097" y="67993"/>
                        <a:pt x="1069240" y="68501"/>
                      </a:cubicBezTo>
                      <a:cubicBezTo>
                        <a:pt x="1072097" y="69772"/>
                        <a:pt x="1075018" y="71105"/>
                        <a:pt x="1078130" y="72629"/>
                      </a:cubicBezTo>
                      <a:cubicBezTo>
                        <a:pt x="1084734" y="75741"/>
                        <a:pt x="1091782" y="79297"/>
                        <a:pt x="1098767" y="82916"/>
                      </a:cubicBezTo>
                      <a:cubicBezTo>
                        <a:pt x="1108927" y="88186"/>
                        <a:pt x="1119087" y="93711"/>
                        <a:pt x="1127723" y="98410"/>
                      </a:cubicBezTo>
                      <a:cubicBezTo>
                        <a:pt x="1134645" y="102665"/>
                        <a:pt x="1142265" y="107363"/>
                        <a:pt x="1150139" y="112253"/>
                      </a:cubicBezTo>
                      <a:cubicBezTo>
                        <a:pt x="1171856" y="125779"/>
                        <a:pt x="1195478" y="141018"/>
                        <a:pt x="1213258" y="155052"/>
                      </a:cubicBezTo>
                      <a:cubicBezTo>
                        <a:pt x="1229831" y="168133"/>
                        <a:pt x="1251485" y="186104"/>
                        <a:pt x="1267106" y="200264"/>
                      </a:cubicBezTo>
                      <a:cubicBezTo>
                        <a:pt x="1269328" y="202232"/>
                        <a:pt x="1271614" y="204392"/>
                        <a:pt x="1274027" y="206550"/>
                      </a:cubicBezTo>
                      <a:cubicBezTo>
                        <a:pt x="1279171" y="211376"/>
                        <a:pt x="1284568" y="216647"/>
                        <a:pt x="1289775" y="221917"/>
                      </a:cubicBezTo>
                      <a:cubicBezTo>
                        <a:pt x="1289839" y="221981"/>
                        <a:pt x="1289902" y="222044"/>
                        <a:pt x="1289966" y="222108"/>
                      </a:cubicBezTo>
                      <a:cubicBezTo>
                        <a:pt x="1295871" y="228013"/>
                        <a:pt x="1301586" y="233982"/>
                        <a:pt x="1306412" y="239253"/>
                      </a:cubicBezTo>
                      <a:cubicBezTo>
                        <a:pt x="1307682" y="240586"/>
                        <a:pt x="1308952" y="242047"/>
                        <a:pt x="1310286" y="243507"/>
                      </a:cubicBezTo>
                      <a:cubicBezTo>
                        <a:pt x="1319620" y="253922"/>
                        <a:pt x="1330352" y="266304"/>
                        <a:pt x="1339940" y="277861"/>
                      </a:cubicBezTo>
                      <a:cubicBezTo>
                        <a:pt x="1343941" y="282687"/>
                        <a:pt x="1347814" y="287386"/>
                        <a:pt x="1351243" y="291704"/>
                      </a:cubicBezTo>
                      <a:cubicBezTo>
                        <a:pt x="1361848" y="305103"/>
                        <a:pt x="1375056" y="323708"/>
                        <a:pt x="1384517" y="337932"/>
                      </a:cubicBezTo>
                      <a:cubicBezTo>
                        <a:pt x="1395503" y="354442"/>
                        <a:pt x="1409092" y="377175"/>
                        <a:pt x="1418617" y="394510"/>
                      </a:cubicBezTo>
                      <a:cubicBezTo>
                        <a:pt x="1427062" y="409750"/>
                        <a:pt x="1436841" y="430832"/>
                        <a:pt x="1444334" y="446580"/>
                      </a:cubicBezTo>
                      <a:cubicBezTo>
                        <a:pt x="1452780" y="464234"/>
                        <a:pt x="1461860" y="488744"/>
                        <a:pt x="1468401" y="507223"/>
                      </a:cubicBezTo>
                      <a:cubicBezTo>
                        <a:pt x="1474243" y="523987"/>
                        <a:pt x="1480402" y="546847"/>
                        <a:pt x="1485546" y="563865"/>
                      </a:cubicBezTo>
                      <a:cubicBezTo>
                        <a:pt x="1491197" y="582661"/>
                        <a:pt x="1496722" y="608442"/>
                        <a:pt x="1499262" y="627936"/>
                      </a:cubicBezTo>
                      <a:cubicBezTo>
                        <a:pt x="1501548" y="645971"/>
                        <a:pt x="1505421" y="669973"/>
                        <a:pt x="1506882" y="688071"/>
                      </a:cubicBezTo>
                      <a:cubicBezTo>
                        <a:pt x="1508660" y="708073"/>
                        <a:pt x="1509803" y="734934"/>
                        <a:pt x="1509803" y="7550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Google Shape;530;p26"/>
                <p:cNvSpPr/>
                <p:nvPr/>
              </p:nvSpPr>
              <p:spPr>
                <a:xfrm>
                  <a:off x="-2229486" y="3409650"/>
                  <a:ext cx="564133" cy="751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133" h="751379" extrusionOk="0">
                      <a:moveTo>
                        <a:pt x="561565" y="167235"/>
                      </a:moveTo>
                      <a:cubicBezTo>
                        <a:pt x="555914" y="175236"/>
                        <a:pt x="541944" y="178792"/>
                        <a:pt x="532673" y="179935"/>
                      </a:cubicBezTo>
                      <a:cubicBezTo>
                        <a:pt x="524291" y="180951"/>
                        <a:pt x="516417" y="177077"/>
                        <a:pt x="508225" y="177966"/>
                      </a:cubicBezTo>
                      <a:cubicBezTo>
                        <a:pt x="495335" y="179363"/>
                        <a:pt x="484159" y="191682"/>
                        <a:pt x="477555" y="201779"/>
                      </a:cubicBezTo>
                      <a:cubicBezTo>
                        <a:pt x="476094" y="204001"/>
                        <a:pt x="479650" y="206033"/>
                        <a:pt x="481047" y="203874"/>
                      </a:cubicBezTo>
                      <a:cubicBezTo>
                        <a:pt x="481238" y="203557"/>
                        <a:pt x="481492" y="203239"/>
                        <a:pt x="481746" y="202922"/>
                      </a:cubicBezTo>
                      <a:cubicBezTo>
                        <a:pt x="485873" y="200699"/>
                        <a:pt x="490064" y="198540"/>
                        <a:pt x="494573" y="197143"/>
                      </a:cubicBezTo>
                      <a:cubicBezTo>
                        <a:pt x="497049" y="196191"/>
                        <a:pt x="499589" y="195683"/>
                        <a:pt x="502193" y="195492"/>
                      </a:cubicBezTo>
                      <a:cubicBezTo>
                        <a:pt x="504415" y="198350"/>
                        <a:pt x="506638" y="201271"/>
                        <a:pt x="508860" y="204128"/>
                      </a:cubicBezTo>
                      <a:cubicBezTo>
                        <a:pt x="508797" y="207430"/>
                        <a:pt x="503336" y="210732"/>
                        <a:pt x="502828" y="214669"/>
                      </a:cubicBezTo>
                      <a:cubicBezTo>
                        <a:pt x="502320" y="218289"/>
                        <a:pt x="503907" y="221019"/>
                        <a:pt x="506574" y="223305"/>
                      </a:cubicBezTo>
                      <a:cubicBezTo>
                        <a:pt x="508543" y="225020"/>
                        <a:pt x="511083" y="225718"/>
                        <a:pt x="513178" y="227179"/>
                      </a:cubicBezTo>
                      <a:cubicBezTo>
                        <a:pt x="522894" y="233846"/>
                        <a:pt x="523021" y="244133"/>
                        <a:pt x="510067" y="248832"/>
                      </a:cubicBezTo>
                      <a:cubicBezTo>
                        <a:pt x="502891" y="251436"/>
                        <a:pt x="494700" y="251817"/>
                        <a:pt x="487270" y="253976"/>
                      </a:cubicBezTo>
                      <a:cubicBezTo>
                        <a:pt x="480349" y="256008"/>
                        <a:pt x="473618" y="258484"/>
                        <a:pt x="467077" y="261405"/>
                      </a:cubicBezTo>
                      <a:cubicBezTo>
                        <a:pt x="452726" y="267819"/>
                        <a:pt x="438947" y="276391"/>
                        <a:pt x="427453" y="287123"/>
                      </a:cubicBezTo>
                      <a:cubicBezTo>
                        <a:pt x="409546" y="299315"/>
                        <a:pt x="388972" y="301537"/>
                        <a:pt x="377860" y="322302"/>
                      </a:cubicBezTo>
                      <a:cubicBezTo>
                        <a:pt x="371002" y="335129"/>
                        <a:pt x="365668" y="348464"/>
                        <a:pt x="354809" y="358687"/>
                      </a:cubicBezTo>
                      <a:cubicBezTo>
                        <a:pt x="346046" y="366942"/>
                        <a:pt x="335442" y="372721"/>
                        <a:pt x="325218" y="378880"/>
                      </a:cubicBezTo>
                      <a:cubicBezTo>
                        <a:pt x="307756" y="389358"/>
                        <a:pt x="293214" y="400915"/>
                        <a:pt x="285848" y="420536"/>
                      </a:cubicBezTo>
                      <a:cubicBezTo>
                        <a:pt x="277339" y="443015"/>
                        <a:pt x="277720" y="469114"/>
                        <a:pt x="262290" y="488481"/>
                      </a:cubicBezTo>
                      <a:cubicBezTo>
                        <a:pt x="255559" y="464669"/>
                        <a:pt x="265909" y="431014"/>
                        <a:pt x="241843" y="415710"/>
                      </a:cubicBezTo>
                      <a:cubicBezTo>
                        <a:pt x="233334" y="410313"/>
                        <a:pt x="217332" y="405550"/>
                        <a:pt x="207299" y="408979"/>
                      </a:cubicBezTo>
                      <a:cubicBezTo>
                        <a:pt x="203171" y="410313"/>
                        <a:pt x="202155" y="412345"/>
                        <a:pt x="200314" y="415964"/>
                      </a:cubicBezTo>
                      <a:cubicBezTo>
                        <a:pt x="198663" y="419139"/>
                        <a:pt x="198218" y="424092"/>
                        <a:pt x="195043" y="426696"/>
                      </a:cubicBezTo>
                      <a:cubicBezTo>
                        <a:pt x="192313" y="428982"/>
                        <a:pt x="185518" y="428410"/>
                        <a:pt x="182661" y="427648"/>
                      </a:cubicBezTo>
                      <a:cubicBezTo>
                        <a:pt x="177644" y="426251"/>
                        <a:pt x="173263" y="423076"/>
                        <a:pt x="168818" y="420600"/>
                      </a:cubicBezTo>
                      <a:cubicBezTo>
                        <a:pt x="156689" y="414123"/>
                        <a:pt x="147482" y="414440"/>
                        <a:pt x="136369" y="422695"/>
                      </a:cubicBezTo>
                      <a:cubicBezTo>
                        <a:pt x="123161" y="432601"/>
                        <a:pt x="112747" y="445936"/>
                        <a:pt x="102460" y="458700"/>
                      </a:cubicBezTo>
                      <a:cubicBezTo>
                        <a:pt x="84553" y="480861"/>
                        <a:pt x="64741" y="508357"/>
                        <a:pt x="70520" y="538583"/>
                      </a:cubicBezTo>
                      <a:cubicBezTo>
                        <a:pt x="72869" y="551092"/>
                        <a:pt x="80362" y="562967"/>
                        <a:pt x="92808" y="567221"/>
                      </a:cubicBezTo>
                      <a:cubicBezTo>
                        <a:pt x="103603" y="570904"/>
                        <a:pt x="116367" y="568555"/>
                        <a:pt x="123098" y="558966"/>
                      </a:cubicBezTo>
                      <a:cubicBezTo>
                        <a:pt x="123415" y="558522"/>
                        <a:pt x="123415" y="558014"/>
                        <a:pt x="123288" y="557569"/>
                      </a:cubicBezTo>
                      <a:cubicBezTo>
                        <a:pt x="134210" y="546266"/>
                        <a:pt x="144180" y="534138"/>
                        <a:pt x="160055" y="529375"/>
                      </a:cubicBezTo>
                      <a:cubicBezTo>
                        <a:pt x="165770" y="527661"/>
                        <a:pt x="172437" y="526645"/>
                        <a:pt x="178343" y="528169"/>
                      </a:cubicBezTo>
                      <a:cubicBezTo>
                        <a:pt x="188884" y="531026"/>
                        <a:pt x="186344" y="543917"/>
                        <a:pt x="180629" y="550711"/>
                      </a:cubicBezTo>
                      <a:cubicBezTo>
                        <a:pt x="175993" y="556172"/>
                        <a:pt x="171104" y="561252"/>
                        <a:pt x="166976" y="567094"/>
                      </a:cubicBezTo>
                      <a:cubicBezTo>
                        <a:pt x="160436" y="576365"/>
                        <a:pt x="149958" y="591669"/>
                        <a:pt x="150466" y="603670"/>
                      </a:cubicBezTo>
                      <a:cubicBezTo>
                        <a:pt x="150784" y="610782"/>
                        <a:pt x="156181" y="614656"/>
                        <a:pt x="162404" y="616180"/>
                      </a:cubicBezTo>
                      <a:cubicBezTo>
                        <a:pt x="162595" y="616370"/>
                        <a:pt x="162722" y="616624"/>
                        <a:pt x="163039" y="616624"/>
                      </a:cubicBezTo>
                      <a:cubicBezTo>
                        <a:pt x="163928" y="616688"/>
                        <a:pt x="164944" y="616751"/>
                        <a:pt x="165960" y="616815"/>
                      </a:cubicBezTo>
                      <a:cubicBezTo>
                        <a:pt x="167548" y="617005"/>
                        <a:pt x="169199" y="617069"/>
                        <a:pt x="170723" y="617005"/>
                      </a:cubicBezTo>
                      <a:cubicBezTo>
                        <a:pt x="170977" y="617005"/>
                        <a:pt x="171167" y="616942"/>
                        <a:pt x="171358" y="616878"/>
                      </a:cubicBezTo>
                      <a:cubicBezTo>
                        <a:pt x="181772" y="616751"/>
                        <a:pt x="194408" y="616561"/>
                        <a:pt x="195424" y="627737"/>
                      </a:cubicBezTo>
                      <a:cubicBezTo>
                        <a:pt x="196250" y="636881"/>
                        <a:pt x="187423" y="648057"/>
                        <a:pt x="183867" y="656185"/>
                      </a:cubicBezTo>
                      <a:cubicBezTo>
                        <a:pt x="178724" y="668123"/>
                        <a:pt x="174596" y="681394"/>
                        <a:pt x="177454" y="694412"/>
                      </a:cubicBezTo>
                      <a:cubicBezTo>
                        <a:pt x="179676" y="704762"/>
                        <a:pt x="185963" y="715049"/>
                        <a:pt x="195742" y="719748"/>
                      </a:cubicBezTo>
                      <a:cubicBezTo>
                        <a:pt x="200568" y="722034"/>
                        <a:pt x="205775" y="720637"/>
                        <a:pt x="210347" y="722352"/>
                      </a:cubicBezTo>
                      <a:cubicBezTo>
                        <a:pt x="227428" y="728765"/>
                        <a:pt x="205838" y="756705"/>
                        <a:pt x="193964" y="750482"/>
                      </a:cubicBezTo>
                      <a:cubicBezTo>
                        <a:pt x="192313" y="748323"/>
                        <a:pt x="190662" y="744958"/>
                        <a:pt x="189201" y="743751"/>
                      </a:cubicBezTo>
                      <a:cubicBezTo>
                        <a:pt x="184883" y="740132"/>
                        <a:pt x="179295" y="738671"/>
                        <a:pt x="174977" y="734734"/>
                      </a:cubicBezTo>
                      <a:cubicBezTo>
                        <a:pt x="166405" y="726860"/>
                        <a:pt x="159610" y="716446"/>
                        <a:pt x="154530" y="706032"/>
                      </a:cubicBezTo>
                      <a:cubicBezTo>
                        <a:pt x="146783" y="690157"/>
                        <a:pt x="146910" y="666662"/>
                        <a:pt x="133448" y="654089"/>
                      </a:cubicBezTo>
                      <a:cubicBezTo>
                        <a:pt x="126209" y="647422"/>
                        <a:pt x="115732" y="646342"/>
                        <a:pt x="108302" y="639738"/>
                      </a:cubicBezTo>
                      <a:cubicBezTo>
                        <a:pt x="99666" y="632055"/>
                        <a:pt x="97825" y="622149"/>
                        <a:pt x="93570" y="612052"/>
                      </a:cubicBezTo>
                      <a:cubicBezTo>
                        <a:pt x="90713" y="605258"/>
                        <a:pt x="86077" y="601130"/>
                        <a:pt x="80807" y="599416"/>
                      </a:cubicBezTo>
                      <a:cubicBezTo>
                        <a:pt x="80616" y="599098"/>
                        <a:pt x="80362" y="598844"/>
                        <a:pt x="79854" y="598654"/>
                      </a:cubicBezTo>
                      <a:cubicBezTo>
                        <a:pt x="76743" y="597574"/>
                        <a:pt x="74393" y="597892"/>
                        <a:pt x="71599" y="598844"/>
                      </a:cubicBezTo>
                      <a:cubicBezTo>
                        <a:pt x="69059" y="599225"/>
                        <a:pt x="66519" y="600051"/>
                        <a:pt x="63979" y="601321"/>
                      </a:cubicBezTo>
                      <a:cubicBezTo>
                        <a:pt x="58899" y="602273"/>
                        <a:pt x="54137" y="601321"/>
                        <a:pt x="49374" y="596939"/>
                      </a:cubicBezTo>
                      <a:cubicBezTo>
                        <a:pt x="39595" y="587922"/>
                        <a:pt x="30007" y="578651"/>
                        <a:pt x="21752" y="568174"/>
                      </a:cubicBezTo>
                      <a:cubicBezTo>
                        <a:pt x="2575" y="543726"/>
                        <a:pt x="-2315" y="514897"/>
                        <a:pt x="924" y="484544"/>
                      </a:cubicBezTo>
                      <a:cubicBezTo>
                        <a:pt x="3972" y="455779"/>
                        <a:pt x="13243" y="428220"/>
                        <a:pt x="17116" y="399645"/>
                      </a:cubicBezTo>
                      <a:cubicBezTo>
                        <a:pt x="18958" y="386056"/>
                        <a:pt x="19085" y="372784"/>
                        <a:pt x="17942" y="359195"/>
                      </a:cubicBezTo>
                      <a:cubicBezTo>
                        <a:pt x="17688" y="344717"/>
                        <a:pt x="16164" y="330303"/>
                        <a:pt x="17180" y="315761"/>
                      </a:cubicBezTo>
                      <a:cubicBezTo>
                        <a:pt x="18704" y="293219"/>
                        <a:pt x="30134" y="275121"/>
                        <a:pt x="42389" y="256897"/>
                      </a:cubicBezTo>
                      <a:cubicBezTo>
                        <a:pt x="66075" y="221718"/>
                        <a:pt x="100873" y="192825"/>
                        <a:pt x="141068" y="177966"/>
                      </a:cubicBezTo>
                      <a:cubicBezTo>
                        <a:pt x="156880" y="172124"/>
                        <a:pt x="172755" y="169203"/>
                        <a:pt x="185582" y="157456"/>
                      </a:cubicBezTo>
                      <a:cubicBezTo>
                        <a:pt x="198853" y="145391"/>
                        <a:pt x="208124" y="129452"/>
                        <a:pt x="220634" y="116689"/>
                      </a:cubicBezTo>
                      <a:cubicBezTo>
                        <a:pt x="228127" y="109069"/>
                        <a:pt x="236255" y="102084"/>
                        <a:pt x="244891" y="95924"/>
                      </a:cubicBezTo>
                      <a:cubicBezTo>
                        <a:pt x="251114" y="91479"/>
                        <a:pt x="258035" y="87669"/>
                        <a:pt x="263433" y="82208"/>
                      </a:cubicBezTo>
                      <a:cubicBezTo>
                        <a:pt x="271434" y="74080"/>
                        <a:pt x="275307" y="62206"/>
                        <a:pt x="268132" y="52427"/>
                      </a:cubicBezTo>
                      <a:cubicBezTo>
                        <a:pt x="267560" y="51665"/>
                        <a:pt x="266290" y="52363"/>
                        <a:pt x="266862" y="53125"/>
                      </a:cubicBezTo>
                      <a:cubicBezTo>
                        <a:pt x="266925" y="53252"/>
                        <a:pt x="266989" y="53379"/>
                        <a:pt x="267052" y="53506"/>
                      </a:cubicBezTo>
                      <a:cubicBezTo>
                        <a:pt x="266227" y="52871"/>
                        <a:pt x="265338" y="52236"/>
                        <a:pt x="264258" y="51665"/>
                      </a:cubicBezTo>
                      <a:cubicBezTo>
                        <a:pt x="259496" y="49188"/>
                        <a:pt x="254035" y="49506"/>
                        <a:pt x="248891" y="50585"/>
                      </a:cubicBezTo>
                      <a:cubicBezTo>
                        <a:pt x="238287" y="52808"/>
                        <a:pt x="228952" y="57507"/>
                        <a:pt x="217967" y="58586"/>
                      </a:cubicBezTo>
                      <a:cubicBezTo>
                        <a:pt x="214538" y="58904"/>
                        <a:pt x="203679" y="60428"/>
                        <a:pt x="200949" y="58269"/>
                      </a:cubicBezTo>
                      <a:cubicBezTo>
                        <a:pt x="192186" y="51284"/>
                        <a:pt x="210220" y="45759"/>
                        <a:pt x="212569" y="45061"/>
                      </a:cubicBezTo>
                      <a:cubicBezTo>
                        <a:pt x="221586" y="42203"/>
                        <a:pt x="231238" y="40933"/>
                        <a:pt x="240509" y="39028"/>
                      </a:cubicBezTo>
                      <a:cubicBezTo>
                        <a:pt x="260956" y="34964"/>
                        <a:pt x="281403" y="30646"/>
                        <a:pt x="301152" y="23852"/>
                      </a:cubicBezTo>
                      <a:cubicBezTo>
                        <a:pt x="320202" y="17311"/>
                        <a:pt x="338109" y="7532"/>
                        <a:pt x="357667" y="2643"/>
                      </a:cubicBezTo>
                      <a:cubicBezTo>
                        <a:pt x="371891" y="-977"/>
                        <a:pt x="387893" y="-3136"/>
                        <a:pt x="396275" y="11787"/>
                      </a:cubicBezTo>
                      <a:cubicBezTo>
                        <a:pt x="398370" y="15597"/>
                        <a:pt x="397862" y="17565"/>
                        <a:pt x="402371" y="18835"/>
                      </a:cubicBezTo>
                      <a:cubicBezTo>
                        <a:pt x="407197" y="20296"/>
                        <a:pt x="412658" y="18454"/>
                        <a:pt x="417738" y="20042"/>
                      </a:cubicBezTo>
                      <a:cubicBezTo>
                        <a:pt x="425104" y="21820"/>
                        <a:pt x="428596" y="26709"/>
                        <a:pt x="428279" y="34774"/>
                      </a:cubicBezTo>
                      <a:cubicBezTo>
                        <a:pt x="428152" y="35726"/>
                        <a:pt x="428088" y="36679"/>
                        <a:pt x="428215" y="37631"/>
                      </a:cubicBezTo>
                      <a:cubicBezTo>
                        <a:pt x="429930" y="41187"/>
                        <a:pt x="430057" y="41505"/>
                        <a:pt x="434311" y="42203"/>
                      </a:cubicBezTo>
                      <a:cubicBezTo>
                        <a:pt x="442058" y="43410"/>
                        <a:pt x="452218" y="40743"/>
                        <a:pt x="459394" y="38393"/>
                      </a:cubicBezTo>
                      <a:cubicBezTo>
                        <a:pt x="463013" y="37250"/>
                        <a:pt x="466442" y="35790"/>
                        <a:pt x="469871" y="34202"/>
                      </a:cubicBezTo>
                      <a:cubicBezTo>
                        <a:pt x="472030" y="33123"/>
                        <a:pt x="474253" y="32043"/>
                        <a:pt x="476412" y="30964"/>
                      </a:cubicBezTo>
                      <a:cubicBezTo>
                        <a:pt x="482444" y="26392"/>
                        <a:pt x="487715" y="27979"/>
                        <a:pt x="492287" y="35726"/>
                      </a:cubicBezTo>
                      <a:cubicBezTo>
                        <a:pt x="491334" y="36679"/>
                        <a:pt x="491842" y="37949"/>
                        <a:pt x="492731" y="38520"/>
                      </a:cubicBezTo>
                      <a:cubicBezTo>
                        <a:pt x="486572" y="53189"/>
                        <a:pt x="468220" y="55665"/>
                        <a:pt x="453044" y="63476"/>
                      </a:cubicBezTo>
                      <a:cubicBezTo>
                        <a:pt x="439582" y="70334"/>
                        <a:pt x="422310" y="81319"/>
                        <a:pt x="412975" y="93448"/>
                      </a:cubicBezTo>
                      <a:cubicBezTo>
                        <a:pt x="409546" y="97893"/>
                        <a:pt x="407133" y="103735"/>
                        <a:pt x="408403" y="109450"/>
                      </a:cubicBezTo>
                      <a:cubicBezTo>
                        <a:pt x="410118" y="117197"/>
                        <a:pt x="418373" y="121007"/>
                        <a:pt x="420722" y="128563"/>
                      </a:cubicBezTo>
                      <a:cubicBezTo>
                        <a:pt x="425167" y="143232"/>
                        <a:pt x="417992" y="158980"/>
                        <a:pt x="427009" y="172632"/>
                      </a:cubicBezTo>
                      <a:cubicBezTo>
                        <a:pt x="427771" y="173775"/>
                        <a:pt x="429104" y="173648"/>
                        <a:pt x="429993" y="172950"/>
                      </a:cubicBezTo>
                      <a:cubicBezTo>
                        <a:pt x="430565" y="173140"/>
                        <a:pt x="431200" y="173013"/>
                        <a:pt x="431708" y="172378"/>
                      </a:cubicBezTo>
                      <a:cubicBezTo>
                        <a:pt x="447710" y="153836"/>
                        <a:pt x="464918" y="136374"/>
                        <a:pt x="472856" y="112688"/>
                      </a:cubicBezTo>
                      <a:cubicBezTo>
                        <a:pt x="476856" y="100814"/>
                        <a:pt x="479714" y="85891"/>
                        <a:pt x="489683" y="77319"/>
                      </a:cubicBezTo>
                      <a:cubicBezTo>
                        <a:pt x="495906" y="71985"/>
                        <a:pt x="508098" y="72302"/>
                        <a:pt x="510892" y="81002"/>
                      </a:cubicBezTo>
                      <a:cubicBezTo>
                        <a:pt x="511781" y="83796"/>
                        <a:pt x="511718" y="87034"/>
                        <a:pt x="511781" y="89955"/>
                      </a:cubicBezTo>
                      <a:cubicBezTo>
                        <a:pt x="511908" y="95035"/>
                        <a:pt x="511337" y="100179"/>
                        <a:pt x="511083" y="105259"/>
                      </a:cubicBezTo>
                      <a:cubicBezTo>
                        <a:pt x="510956" y="105386"/>
                        <a:pt x="510765" y="105513"/>
                        <a:pt x="510638" y="105576"/>
                      </a:cubicBezTo>
                      <a:cubicBezTo>
                        <a:pt x="510067" y="106148"/>
                        <a:pt x="510384" y="106973"/>
                        <a:pt x="510956" y="107354"/>
                      </a:cubicBezTo>
                      <a:cubicBezTo>
                        <a:pt x="510892" y="107735"/>
                        <a:pt x="510892" y="108180"/>
                        <a:pt x="510892" y="108561"/>
                      </a:cubicBezTo>
                      <a:cubicBezTo>
                        <a:pt x="510892" y="109323"/>
                        <a:pt x="512162" y="109513"/>
                        <a:pt x="512226" y="108751"/>
                      </a:cubicBezTo>
                      <a:cubicBezTo>
                        <a:pt x="512289" y="108180"/>
                        <a:pt x="512416" y="107608"/>
                        <a:pt x="512543" y="107037"/>
                      </a:cubicBezTo>
                      <a:cubicBezTo>
                        <a:pt x="515845" y="104497"/>
                        <a:pt x="519084" y="102020"/>
                        <a:pt x="522767" y="99988"/>
                      </a:cubicBezTo>
                      <a:cubicBezTo>
                        <a:pt x="525497" y="98401"/>
                        <a:pt x="528355" y="97131"/>
                        <a:pt x="531339" y="96051"/>
                      </a:cubicBezTo>
                      <a:cubicBezTo>
                        <a:pt x="534070" y="98337"/>
                        <a:pt x="536800" y="100623"/>
                        <a:pt x="539594" y="102846"/>
                      </a:cubicBezTo>
                      <a:cubicBezTo>
                        <a:pt x="540737" y="105449"/>
                        <a:pt x="539023" y="111101"/>
                        <a:pt x="539150" y="113958"/>
                      </a:cubicBezTo>
                      <a:cubicBezTo>
                        <a:pt x="539340" y="116244"/>
                        <a:pt x="539721" y="118594"/>
                        <a:pt x="540356" y="120753"/>
                      </a:cubicBezTo>
                      <a:cubicBezTo>
                        <a:pt x="541880" y="126404"/>
                        <a:pt x="544865" y="131548"/>
                        <a:pt x="548357" y="136183"/>
                      </a:cubicBezTo>
                      <a:cubicBezTo>
                        <a:pt x="554580" y="145073"/>
                        <a:pt x="570265" y="154916"/>
                        <a:pt x="561565" y="16723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1" name="Google Shape;531;p26"/>
                <p:cNvSpPr/>
                <p:nvPr/>
              </p:nvSpPr>
              <p:spPr>
                <a:xfrm>
                  <a:off x="-1722403" y="3384353"/>
                  <a:ext cx="98344" cy="110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44" h="110816" extrusionOk="0">
                      <a:moveTo>
                        <a:pt x="96964" y="103505"/>
                      </a:moveTo>
                      <a:cubicBezTo>
                        <a:pt x="97282" y="105410"/>
                        <a:pt x="97663" y="107315"/>
                        <a:pt x="98044" y="109220"/>
                      </a:cubicBezTo>
                      <a:cubicBezTo>
                        <a:pt x="93789" y="111570"/>
                        <a:pt x="90233" y="111316"/>
                        <a:pt x="87376" y="108522"/>
                      </a:cubicBezTo>
                      <a:cubicBezTo>
                        <a:pt x="75819" y="101854"/>
                        <a:pt x="66802" y="85916"/>
                        <a:pt x="59944" y="74803"/>
                      </a:cubicBezTo>
                      <a:cubicBezTo>
                        <a:pt x="56642" y="69405"/>
                        <a:pt x="53657" y="63500"/>
                        <a:pt x="55308" y="56833"/>
                      </a:cubicBezTo>
                      <a:cubicBezTo>
                        <a:pt x="55880" y="54420"/>
                        <a:pt x="57086" y="52324"/>
                        <a:pt x="57340" y="49784"/>
                      </a:cubicBezTo>
                      <a:cubicBezTo>
                        <a:pt x="57658" y="46291"/>
                        <a:pt x="56896" y="42863"/>
                        <a:pt x="55435" y="39624"/>
                      </a:cubicBezTo>
                      <a:cubicBezTo>
                        <a:pt x="51498" y="31242"/>
                        <a:pt x="43307" y="26289"/>
                        <a:pt x="35115" y="22923"/>
                      </a:cubicBezTo>
                      <a:cubicBezTo>
                        <a:pt x="20764" y="17145"/>
                        <a:pt x="8128" y="13081"/>
                        <a:pt x="0" y="0"/>
                      </a:cubicBezTo>
                      <a:cubicBezTo>
                        <a:pt x="64" y="64"/>
                        <a:pt x="64" y="64"/>
                        <a:pt x="127" y="64"/>
                      </a:cubicBezTo>
                      <a:cubicBezTo>
                        <a:pt x="698" y="508"/>
                        <a:pt x="1333" y="953"/>
                        <a:pt x="1714" y="1270"/>
                      </a:cubicBezTo>
                      <a:cubicBezTo>
                        <a:pt x="4445" y="3239"/>
                        <a:pt x="7557" y="5080"/>
                        <a:pt x="10858" y="5905"/>
                      </a:cubicBezTo>
                      <a:cubicBezTo>
                        <a:pt x="11938" y="6159"/>
                        <a:pt x="12636" y="5334"/>
                        <a:pt x="12636" y="4572"/>
                      </a:cubicBezTo>
                      <a:cubicBezTo>
                        <a:pt x="36068" y="12827"/>
                        <a:pt x="59880" y="20066"/>
                        <a:pt x="83121" y="28892"/>
                      </a:cubicBezTo>
                      <a:cubicBezTo>
                        <a:pt x="88392" y="30861"/>
                        <a:pt x="90995" y="32385"/>
                        <a:pt x="94551" y="37021"/>
                      </a:cubicBezTo>
                      <a:cubicBezTo>
                        <a:pt x="99568" y="43434"/>
                        <a:pt x="98552" y="48451"/>
                        <a:pt x="97409" y="56324"/>
                      </a:cubicBezTo>
                      <a:cubicBezTo>
                        <a:pt x="96583" y="62230"/>
                        <a:pt x="95631" y="68072"/>
                        <a:pt x="95314" y="74041"/>
                      </a:cubicBezTo>
                      <a:cubicBezTo>
                        <a:pt x="94932" y="81788"/>
                        <a:pt x="95250" y="89598"/>
                        <a:pt x="96139" y="97282"/>
                      </a:cubicBezTo>
                      <a:cubicBezTo>
                        <a:pt x="96266" y="99314"/>
                        <a:pt x="96647" y="101409"/>
                        <a:pt x="96964" y="1035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2" name="Google Shape;532;p26"/>
                <p:cNvSpPr/>
                <p:nvPr/>
              </p:nvSpPr>
              <p:spPr>
                <a:xfrm>
                  <a:off x="-1592927" y="3382896"/>
                  <a:ext cx="397129" cy="30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29" h="307338" extrusionOk="0">
                      <a:moveTo>
                        <a:pt x="397129" y="230564"/>
                      </a:moveTo>
                      <a:cubicBezTo>
                        <a:pt x="393383" y="232659"/>
                        <a:pt x="389636" y="234692"/>
                        <a:pt x="385826" y="236787"/>
                      </a:cubicBezTo>
                      <a:cubicBezTo>
                        <a:pt x="379667" y="236724"/>
                        <a:pt x="370459" y="226183"/>
                        <a:pt x="366141" y="221928"/>
                      </a:cubicBezTo>
                      <a:cubicBezTo>
                        <a:pt x="361125" y="217039"/>
                        <a:pt x="356489" y="211768"/>
                        <a:pt x="351790" y="206625"/>
                      </a:cubicBezTo>
                      <a:cubicBezTo>
                        <a:pt x="342138" y="196211"/>
                        <a:pt x="331851" y="186940"/>
                        <a:pt x="319596" y="179637"/>
                      </a:cubicBezTo>
                      <a:cubicBezTo>
                        <a:pt x="312547" y="175446"/>
                        <a:pt x="299021" y="166493"/>
                        <a:pt x="290195" y="170874"/>
                      </a:cubicBezTo>
                      <a:cubicBezTo>
                        <a:pt x="281432" y="175256"/>
                        <a:pt x="282512" y="189734"/>
                        <a:pt x="283528" y="197608"/>
                      </a:cubicBezTo>
                      <a:cubicBezTo>
                        <a:pt x="284163" y="202942"/>
                        <a:pt x="285496" y="208022"/>
                        <a:pt x="287147" y="212975"/>
                      </a:cubicBezTo>
                      <a:cubicBezTo>
                        <a:pt x="286957" y="213292"/>
                        <a:pt x="286957" y="213737"/>
                        <a:pt x="287211" y="214181"/>
                      </a:cubicBezTo>
                      <a:cubicBezTo>
                        <a:pt x="287528" y="214880"/>
                        <a:pt x="287973" y="215515"/>
                        <a:pt x="288290" y="216150"/>
                      </a:cubicBezTo>
                      <a:cubicBezTo>
                        <a:pt x="291275" y="224024"/>
                        <a:pt x="295212" y="231517"/>
                        <a:pt x="299466" y="238946"/>
                      </a:cubicBezTo>
                      <a:cubicBezTo>
                        <a:pt x="300038" y="240089"/>
                        <a:pt x="301435" y="239518"/>
                        <a:pt x="301625" y="238502"/>
                      </a:cubicBezTo>
                      <a:cubicBezTo>
                        <a:pt x="302832" y="240534"/>
                        <a:pt x="304102" y="242565"/>
                        <a:pt x="305308" y="244534"/>
                      </a:cubicBezTo>
                      <a:cubicBezTo>
                        <a:pt x="311214" y="254313"/>
                        <a:pt x="319596" y="264664"/>
                        <a:pt x="322580" y="275840"/>
                      </a:cubicBezTo>
                      <a:cubicBezTo>
                        <a:pt x="326962" y="291715"/>
                        <a:pt x="313627" y="312606"/>
                        <a:pt x="295402" y="306129"/>
                      </a:cubicBezTo>
                      <a:cubicBezTo>
                        <a:pt x="284988" y="302446"/>
                        <a:pt x="277876" y="291016"/>
                        <a:pt x="271463" y="282634"/>
                      </a:cubicBezTo>
                      <a:cubicBezTo>
                        <a:pt x="264922" y="274062"/>
                        <a:pt x="258636" y="265362"/>
                        <a:pt x="252540" y="256409"/>
                      </a:cubicBezTo>
                      <a:cubicBezTo>
                        <a:pt x="248412" y="250376"/>
                        <a:pt x="245364" y="247900"/>
                        <a:pt x="246761" y="240343"/>
                      </a:cubicBezTo>
                      <a:cubicBezTo>
                        <a:pt x="248476" y="231263"/>
                        <a:pt x="250127" y="235834"/>
                        <a:pt x="256413" y="232659"/>
                      </a:cubicBezTo>
                      <a:cubicBezTo>
                        <a:pt x="267335" y="227135"/>
                        <a:pt x="256032" y="213419"/>
                        <a:pt x="250254" y="208466"/>
                      </a:cubicBezTo>
                      <a:cubicBezTo>
                        <a:pt x="244285" y="203322"/>
                        <a:pt x="237109" y="199830"/>
                        <a:pt x="230061" y="196338"/>
                      </a:cubicBezTo>
                      <a:cubicBezTo>
                        <a:pt x="226505" y="194623"/>
                        <a:pt x="222695" y="192972"/>
                        <a:pt x="219329" y="190813"/>
                      </a:cubicBezTo>
                      <a:cubicBezTo>
                        <a:pt x="210693" y="185034"/>
                        <a:pt x="212662" y="180272"/>
                        <a:pt x="212916" y="171446"/>
                      </a:cubicBezTo>
                      <a:cubicBezTo>
                        <a:pt x="213170" y="163190"/>
                        <a:pt x="211455" y="156777"/>
                        <a:pt x="206502" y="150046"/>
                      </a:cubicBezTo>
                      <a:cubicBezTo>
                        <a:pt x="200596" y="141918"/>
                        <a:pt x="190754" y="137156"/>
                        <a:pt x="185420" y="128710"/>
                      </a:cubicBezTo>
                      <a:cubicBezTo>
                        <a:pt x="178435" y="117725"/>
                        <a:pt x="187008" y="111692"/>
                        <a:pt x="185293" y="101215"/>
                      </a:cubicBezTo>
                      <a:cubicBezTo>
                        <a:pt x="184277" y="94865"/>
                        <a:pt x="179261" y="89658"/>
                        <a:pt x="174308" y="85975"/>
                      </a:cubicBezTo>
                      <a:cubicBezTo>
                        <a:pt x="159703" y="75243"/>
                        <a:pt x="139700" y="71370"/>
                        <a:pt x="122682" y="66290"/>
                      </a:cubicBezTo>
                      <a:cubicBezTo>
                        <a:pt x="110744" y="62734"/>
                        <a:pt x="98806" y="58860"/>
                        <a:pt x="87693" y="53018"/>
                      </a:cubicBezTo>
                      <a:cubicBezTo>
                        <a:pt x="77851" y="47875"/>
                        <a:pt x="68898" y="41080"/>
                        <a:pt x="58738" y="36572"/>
                      </a:cubicBezTo>
                      <a:cubicBezTo>
                        <a:pt x="40196" y="28253"/>
                        <a:pt x="18352" y="30539"/>
                        <a:pt x="826" y="19998"/>
                      </a:cubicBezTo>
                      <a:cubicBezTo>
                        <a:pt x="699" y="19681"/>
                        <a:pt x="508" y="19427"/>
                        <a:pt x="0" y="19363"/>
                      </a:cubicBezTo>
                      <a:cubicBezTo>
                        <a:pt x="762" y="17903"/>
                        <a:pt x="1524" y="16506"/>
                        <a:pt x="2286" y="15109"/>
                      </a:cubicBezTo>
                      <a:cubicBezTo>
                        <a:pt x="3874" y="15172"/>
                        <a:pt x="5525" y="15363"/>
                        <a:pt x="7112" y="15553"/>
                      </a:cubicBezTo>
                      <a:cubicBezTo>
                        <a:pt x="10224" y="15934"/>
                        <a:pt x="13399" y="16378"/>
                        <a:pt x="16637" y="16759"/>
                      </a:cubicBezTo>
                      <a:cubicBezTo>
                        <a:pt x="22924" y="17522"/>
                        <a:pt x="29274" y="18347"/>
                        <a:pt x="35560" y="19109"/>
                      </a:cubicBezTo>
                      <a:cubicBezTo>
                        <a:pt x="37084" y="19300"/>
                        <a:pt x="37783" y="17395"/>
                        <a:pt x="37211" y="16252"/>
                      </a:cubicBezTo>
                      <a:cubicBezTo>
                        <a:pt x="34290" y="10790"/>
                        <a:pt x="30925" y="5711"/>
                        <a:pt x="27178" y="884"/>
                      </a:cubicBezTo>
                      <a:cubicBezTo>
                        <a:pt x="41339" y="-1338"/>
                        <a:pt x="57976" y="1139"/>
                        <a:pt x="71882" y="2726"/>
                      </a:cubicBezTo>
                      <a:cubicBezTo>
                        <a:pt x="88138" y="4568"/>
                        <a:pt x="103632" y="8505"/>
                        <a:pt x="118745" y="14728"/>
                      </a:cubicBezTo>
                      <a:cubicBezTo>
                        <a:pt x="150114" y="27555"/>
                        <a:pt x="180912" y="42033"/>
                        <a:pt x="211963" y="55749"/>
                      </a:cubicBezTo>
                      <a:cubicBezTo>
                        <a:pt x="226568" y="62162"/>
                        <a:pt x="241618" y="67687"/>
                        <a:pt x="253365" y="78863"/>
                      </a:cubicBezTo>
                      <a:cubicBezTo>
                        <a:pt x="263525" y="88578"/>
                        <a:pt x="272606" y="97405"/>
                        <a:pt x="284798" y="104644"/>
                      </a:cubicBezTo>
                      <a:cubicBezTo>
                        <a:pt x="310071" y="119820"/>
                        <a:pt x="333502" y="136711"/>
                        <a:pt x="354775" y="157031"/>
                      </a:cubicBezTo>
                      <a:cubicBezTo>
                        <a:pt x="342202" y="152713"/>
                        <a:pt x="329311" y="149538"/>
                        <a:pt x="316103" y="147379"/>
                      </a:cubicBezTo>
                      <a:cubicBezTo>
                        <a:pt x="314770" y="147189"/>
                        <a:pt x="313754" y="147887"/>
                        <a:pt x="313627" y="149221"/>
                      </a:cubicBezTo>
                      <a:cubicBezTo>
                        <a:pt x="312484" y="160778"/>
                        <a:pt x="326327" y="162302"/>
                        <a:pt x="334074" y="166493"/>
                      </a:cubicBezTo>
                      <a:cubicBezTo>
                        <a:pt x="348552" y="174494"/>
                        <a:pt x="355600" y="187384"/>
                        <a:pt x="366141" y="199259"/>
                      </a:cubicBezTo>
                      <a:cubicBezTo>
                        <a:pt x="371221" y="204910"/>
                        <a:pt x="377317" y="209292"/>
                        <a:pt x="383223" y="214054"/>
                      </a:cubicBezTo>
                      <a:cubicBezTo>
                        <a:pt x="385699" y="216022"/>
                        <a:pt x="388239" y="218055"/>
                        <a:pt x="390398" y="220340"/>
                      </a:cubicBezTo>
                      <a:cubicBezTo>
                        <a:pt x="393256" y="223452"/>
                        <a:pt x="395542" y="226754"/>
                        <a:pt x="397129" y="23056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26"/>
                <p:cNvSpPr/>
                <p:nvPr/>
              </p:nvSpPr>
              <p:spPr>
                <a:xfrm>
                  <a:off x="-1277852" y="3656432"/>
                  <a:ext cx="292298" cy="60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98" h="606315" extrusionOk="0">
                      <a:moveTo>
                        <a:pt x="290015" y="544657"/>
                      </a:moveTo>
                      <a:cubicBezTo>
                        <a:pt x="287031" y="565549"/>
                        <a:pt x="281633" y="585996"/>
                        <a:pt x="276045" y="606316"/>
                      </a:cubicBezTo>
                      <a:cubicBezTo>
                        <a:pt x="269505" y="557548"/>
                        <a:pt x="263980" y="508526"/>
                        <a:pt x="256170" y="460012"/>
                      </a:cubicBezTo>
                      <a:cubicBezTo>
                        <a:pt x="253693" y="444708"/>
                        <a:pt x="247343" y="428452"/>
                        <a:pt x="229817" y="426611"/>
                      </a:cubicBezTo>
                      <a:cubicBezTo>
                        <a:pt x="212482" y="424833"/>
                        <a:pt x="198829" y="437215"/>
                        <a:pt x="188923" y="449852"/>
                      </a:cubicBezTo>
                      <a:cubicBezTo>
                        <a:pt x="177112" y="464838"/>
                        <a:pt x="153236" y="502874"/>
                        <a:pt x="131646" y="479380"/>
                      </a:cubicBezTo>
                      <a:cubicBezTo>
                        <a:pt x="116279" y="462615"/>
                        <a:pt x="103897" y="443311"/>
                        <a:pt x="89355" y="425849"/>
                      </a:cubicBezTo>
                      <a:cubicBezTo>
                        <a:pt x="82497" y="417657"/>
                        <a:pt x="75258" y="409783"/>
                        <a:pt x="67130" y="402735"/>
                      </a:cubicBezTo>
                      <a:cubicBezTo>
                        <a:pt x="59129" y="395686"/>
                        <a:pt x="49985" y="389844"/>
                        <a:pt x="42683" y="382034"/>
                      </a:cubicBezTo>
                      <a:cubicBezTo>
                        <a:pt x="26109" y="364000"/>
                        <a:pt x="27506" y="338854"/>
                        <a:pt x="24903" y="316184"/>
                      </a:cubicBezTo>
                      <a:cubicBezTo>
                        <a:pt x="23887" y="307294"/>
                        <a:pt x="22299" y="298468"/>
                        <a:pt x="18870" y="290149"/>
                      </a:cubicBezTo>
                      <a:cubicBezTo>
                        <a:pt x="16330" y="283990"/>
                        <a:pt x="12203" y="278275"/>
                        <a:pt x="10361" y="271861"/>
                      </a:cubicBezTo>
                      <a:cubicBezTo>
                        <a:pt x="8202" y="264368"/>
                        <a:pt x="9155" y="256113"/>
                        <a:pt x="9472" y="248430"/>
                      </a:cubicBezTo>
                      <a:cubicBezTo>
                        <a:pt x="10361" y="222585"/>
                        <a:pt x="12203" y="196296"/>
                        <a:pt x="11695" y="170452"/>
                      </a:cubicBezTo>
                      <a:cubicBezTo>
                        <a:pt x="16584" y="145242"/>
                        <a:pt x="15822" y="119271"/>
                        <a:pt x="8329" y="94633"/>
                      </a:cubicBezTo>
                      <a:cubicBezTo>
                        <a:pt x="5091" y="83901"/>
                        <a:pt x="-10975" y="50183"/>
                        <a:pt x="12711" y="51834"/>
                      </a:cubicBezTo>
                      <a:cubicBezTo>
                        <a:pt x="17918" y="52151"/>
                        <a:pt x="23950" y="54501"/>
                        <a:pt x="27570" y="49357"/>
                      </a:cubicBezTo>
                      <a:cubicBezTo>
                        <a:pt x="29411" y="46754"/>
                        <a:pt x="29284" y="43071"/>
                        <a:pt x="29602" y="39959"/>
                      </a:cubicBezTo>
                      <a:cubicBezTo>
                        <a:pt x="30554" y="31324"/>
                        <a:pt x="31824" y="22370"/>
                        <a:pt x="36079" y="14623"/>
                      </a:cubicBezTo>
                      <a:cubicBezTo>
                        <a:pt x="40270" y="7130"/>
                        <a:pt x="47890" y="399"/>
                        <a:pt x="56843" y="18"/>
                      </a:cubicBezTo>
                      <a:cubicBezTo>
                        <a:pt x="65416" y="-363"/>
                        <a:pt x="71639" y="5479"/>
                        <a:pt x="76465" y="11702"/>
                      </a:cubicBezTo>
                      <a:cubicBezTo>
                        <a:pt x="85990" y="23957"/>
                        <a:pt x="97801" y="45484"/>
                        <a:pt x="116660" y="36276"/>
                      </a:cubicBezTo>
                      <a:cubicBezTo>
                        <a:pt x="117676" y="35768"/>
                        <a:pt x="117803" y="34435"/>
                        <a:pt x="117359" y="33546"/>
                      </a:cubicBezTo>
                      <a:cubicBezTo>
                        <a:pt x="113485" y="25799"/>
                        <a:pt x="112469" y="18052"/>
                        <a:pt x="114120" y="9860"/>
                      </a:cubicBezTo>
                      <a:cubicBezTo>
                        <a:pt x="116724" y="11575"/>
                        <a:pt x="119899" y="11765"/>
                        <a:pt x="123391" y="10559"/>
                      </a:cubicBezTo>
                      <a:cubicBezTo>
                        <a:pt x="125741" y="9733"/>
                        <a:pt x="127582" y="8019"/>
                        <a:pt x="129678" y="6558"/>
                      </a:cubicBezTo>
                      <a:cubicBezTo>
                        <a:pt x="133805" y="3701"/>
                        <a:pt x="137044" y="2113"/>
                        <a:pt x="140917" y="2494"/>
                      </a:cubicBezTo>
                      <a:cubicBezTo>
                        <a:pt x="140727" y="3447"/>
                        <a:pt x="141044" y="4653"/>
                        <a:pt x="142314" y="5034"/>
                      </a:cubicBezTo>
                      <a:cubicBezTo>
                        <a:pt x="163396" y="11829"/>
                        <a:pt x="171715" y="33165"/>
                        <a:pt x="178065" y="52469"/>
                      </a:cubicBezTo>
                      <a:cubicBezTo>
                        <a:pt x="184224" y="71138"/>
                        <a:pt x="192098" y="88537"/>
                        <a:pt x="200925" y="106063"/>
                      </a:cubicBezTo>
                      <a:cubicBezTo>
                        <a:pt x="219721" y="143528"/>
                        <a:pt x="235913" y="182072"/>
                        <a:pt x="248423" y="222141"/>
                      </a:cubicBezTo>
                      <a:cubicBezTo>
                        <a:pt x="273696" y="303738"/>
                        <a:pt x="282332" y="388955"/>
                        <a:pt x="290333" y="473601"/>
                      </a:cubicBezTo>
                      <a:cubicBezTo>
                        <a:pt x="292555" y="497477"/>
                        <a:pt x="293444" y="520972"/>
                        <a:pt x="290015" y="5446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26"/>
                <p:cNvSpPr/>
                <p:nvPr/>
              </p:nvSpPr>
              <p:spPr>
                <a:xfrm>
                  <a:off x="-2037169" y="4093698"/>
                  <a:ext cx="605062" cy="748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062" h="748170" extrusionOk="0">
                      <a:moveTo>
                        <a:pt x="566289" y="359106"/>
                      </a:moveTo>
                      <a:cubicBezTo>
                        <a:pt x="546668" y="385585"/>
                        <a:pt x="557526" y="418351"/>
                        <a:pt x="543874" y="446799"/>
                      </a:cubicBezTo>
                      <a:cubicBezTo>
                        <a:pt x="530602" y="474295"/>
                        <a:pt x="502853" y="491757"/>
                        <a:pt x="477516" y="506743"/>
                      </a:cubicBezTo>
                      <a:cubicBezTo>
                        <a:pt x="454085" y="520650"/>
                        <a:pt x="429383" y="534747"/>
                        <a:pt x="412556" y="556718"/>
                      </a:cubicBezTo>
                      <a:cubicBezTo>
                        <a:pt x="403666" y="568275"/>
                        <a:pt x="400046" y="581927"/>
                        <a:pt x="392744" y="594183"/>
                      </a:cubicBezTo>
                      <a:cubicBezTo>
                        <a:pt x="384933" y="607264"/>
                        <a:pt x="372170" y="610947"/>
                        <a:pt x="359025" y="616471"/>
                      </a:cubicBezTo>
                      <a:cubicBezTo>
                        <a:pt x="344992" y="622313"/>
                        <a:pt x="340039" y="629679"/>
                        <a:pt x="333689" y="642951"/>
                      </a:cubicBezTo>
                      <a:cubicBezTo>
                        <a:pt x="326196" y="658699"/>
                        <a:pt x="308606" y="660350"/>
                        <a:pt x="296732" y="671526"/>
                      </a:cubicBezTo>
                      <a:cubicBezTo>
                        <a:pt x="278507" y="688671"/>
                        <a:pt x="277491" y="716547"/>
                        <a:pt x="292350" y="735089"/>
                      </a:cubicBezTo>
                      <a:cubicBezTo>
                        <a:pt x="292795" y="736677"/>
                        <a:pt x="293303" y="738201"/>
                        <a:pt x="294128" y="739598"/>
                      </a:cubicBezTo>
                      <a:cubicBezTo>
                        <a:pt x="296033" y="742709"/>
                        <a:pt x="298700" y="742963"/>
                        <a:pt x="300796" y="745376"/>
                      </a:cubicBezTo>
                      <a:cubicBezTo>
                        <a:pt x="304288" y="745821"/>
                        <a:pt x="303780" y="746710"/>
                        <a:pt x="299335" y="748170"/>
                      </a:cubicBezTo>
                      <a:cubicBezTo>
                        <a:pt x="297621" y="747535"/>
                        <a:pt x="295970" y="746900"/>
                        <a:pt x="294319" y="746265"/>
                      </a:cubicBezTo>
                      <a:cubicBezTo>
                        <a:pt x="291588" y="745059"/>
                        <a:pt x="289112" y="743408"/>
                        <a:pt x="286572" y="741757"/>
                      </a:cubicBezTo>
                      <a:cubicBezTo>
                        <a:pt x="281111" y="738137"/>
                        <a:pt x="276158" y="733629"/>
                        <a:pt x="270760" y="729819"/>
                      </a:cubicBezTo>
                      <a:cubicBezTo>
                        <a:pt x="260219" y="722262"/>
                        <a:pt x="243963" y="719913"/>
                        <a:pt x="237042" y="708483"/>
                      </a:cubicBezTo>
                      <a:cubicBezTo>
                        <a:pt x="232470" y="700990"/>
                        <a:pt x="229168" y="692608"/>
                        <a:pt x="225866" y="684289"/>
                      </a:cubicBezTo>
                      <a:cubicBezTo>
                        <a:pt x="226564" y="683718"/>
                        <a:pt x="226945" y="682702"/>
                        <a:pt x="226310" y="681876"/>
                      </a:cubicBezTo>
                      <a:cubicBezTo>
                        <a:pt x="225231" y="680416"/>
                        <a:pt x="224151" y="678892"/>
                        <a:pt x="223072" y="677495"/>
                      </a:cubicBezTo>
                      <a:cubicBezTo>
                        <a:pt x="221357" y="673367"/>
                        <a:pt x="219579" y="669240"/>
                        <a:pt x="217611" y="665366"/>
                      </a:cubicBezTo>
                      <a:cubicBezTo>
                        <a:pt x="217166" y="664541"/>
                        <a:pt x="215896" y="665112"/>
                        <a:pt x="216150" y="665938"/>
                      </a:cubicBezTo>
                      <a:cubicBezTo>
                        <a:pt x="216531" y="667144"/>
                        <a:pt x="216976" y="668414"/>
                        <a:pt x="217420" y="669621"/>
                      </a:cubicBezTo>
                      <a:cubicBezTo>
                        <a:pt x="203196" y="649555"/>
                        <a:pt x="190369" y="628663"/>
                        <a:pt x="182686" y="605105"/>
                      </a:cubicBezTo>
                      <a:cubicBezTo>
                        <a:pt x="172399" y="573736"/>
                        <a:pt x="175066" y="541033"/>
                        <a:pt x="172526" y="508585"/>
                      </a:cubicBezTo>
                      <a:cubicBezTo>
                        <a:pt x="170811" y="486296"/>
                        <a:pt x="165985" y="463627"/>
                        <a:pt x="153476" y="444767"/>
                      </a:cubicBezTo>
                      <a:cubicBezTo>
                        <a:pt x="147951" y="436385"/>
                        <a:pt x="140903" y="428956"/>
                        <a:pt x="132457" y="423558"/>
                      </a:cubicBezTo>
                      <a:cubicBezTo>
                        <a:pt x="122043" y="416827"/>
                        <a:pt x="109915" y="414795"/>
                        <a:pt x="98548" y="410350"/>
                      </a:cubicBezTo>
                      <a:cubicBezTo>
                        <a:pt x="71815" y="399873"/>
                        <a:pt x="68957" y="372885"/>
                        <a:pt x="62417" y="348438"/>
                      </a:cubicBezTo>
                      <a:cubicBezTo>
                        <a:pt x="60067" y="339548"/>
                        <a:pt x="57146" y="330594"/>
                        <a:pt x="52130" y="322784"/>
                      </a:cubicBezTo>
                      <a:cubicBezTo>
                        <a:pt x="46097" y="313322"/>
                        <a:pt x="37271" y="306909"/>
                        <a:pt x="28444" y="300305"/>
                      </a:cubicBezTo>
                      <a:cubicBezTo>
                        <a:pt x="14982" y="290272"/>
                        <a:pt x="-1845" y="276111"/>
                        <a:pt x="4759" y="257061"/>
                      </a:cubicBezTo>
                      <a:cubicBezTo>
                        <a:pt x="7870" y="248044"/>
                        <a:pt x="16824" y="239154"/>
                        <a:pt x="14919" y="228931"/>
                      </a:cubicBezTo>
                      <a:cubicBezTo>
                        <a:pt x="14030" y="223914"/>
                        <a:pt x="10728" y="221882"/>
                        <a:pt x="7426" y="218390"/>
                      </a:cubicBezTo>
                      <a:cubicBezTo>
                        <a:pt x="1457" y="212103"/>
                        <a:pt x="-1274" y="206325"/>
                        <a:pt x="568" y="197308"/>
                      </a:cubicBezTo>
                      <a:cubicBezTo>
                        <a:pt x="3616" y="182131"/>
                        <a:pt x="17713" y="171971"/>
                        <a:pt x="25841" y="159462"/>
                      </a:cubicBezTo>
                      <a:cubicBezTo>
                        <a:pt x="33524" y="147778"/>
                        <a:pt x="38477" y="134379"/>
                        <a:pt x="40382" y="120600"/>
                      </a:cubicBezTo>
                      <a:cubicBezTo>
                        <a:pt x="42160" y="107519"/>
                        <a:pt x="38604" y="93231"/>
                        <a:pt x="42287" y="80595"/>
                      </a:cubicBezTo>
                      <a:cubicBezTo>
                        <a:pt x="44954" y="71578"/>
                        <a:pt x="53463" y="67895"/>
                        <a:pt x="60194" y="62116"/>
                      </a:cubicBezTo>
                      <a:cubicBezTo>
                        <a:pt x="60702" y="62561"/>
                        <a:pt x="61528" y="62624"/>
                        <a:pt x="61845" y="61926"/>
                      </a:cubicBezTo>
                      <a:cubicBezTo>
                        <a:pt x="62226" y="61037"/>
                        <a:pt x="62671" y="60211"/>
                        <a:pt x="63052" y="59322"/>
                      </a:cubicBezTo>
                      <a:cubicBezTo>
                        <a:pt x="64195" y="58052"/>
                        <a:pt x="65274" y="56719"/>
                        <a:pt x="66100" y="55195"/>
                      </a:cubicBezTo>
                      <a:cubicBezTo>
                        <a:pt x="67497" y="52718"/>
                        <a:pt x="68640" y="49924"/>
                        <a:pt x="69719" y="47003"/>
                      </a:cubicBezTo>
                      <a:cubicBezTo>
                        <a:pt x="76260" y="36399"/>
                        <a:pt x="84388" y="26810"/>
                        <a:pt x="94040" y="18873"/>
                      </a:cubicBezTo>
                      <a:cubicBezTo>
                        <a:pt x="101152" y="13031"/>
                        <a:pt x="108962" y="7951"/>
                        <a:pt x="117344" y="4014"/>
                      </a:cubicBezTo>
                      <a:cubicBezTo>
                        <a:pt x="123885" y="902"/>
                        <a:pt x="134489" y="-3289"/>
                        <a:pt x="139188" y="4204"/>
                      </a:cubicBezTo>
                      <a:cubicBezTo>
                        <a:pt x="142173" y="8840"/>
                        <a:pt x="141157" y="15634"/>
                        <a:pt x="140268" y="20778"/>
                      </a:cubicBezTo>
                      <a:cubicBezTo>
                        <a:pt x="140077" y="21984"/>
                        <a:pt x="140712" y="23127"/>
                        <a:pt x="142109" y="23127"/>
                      </a:cubicBezTo>
                      <a:cubicBezTo>
                        <a:pt x="163826" y="23445"/>
                        <a:pt x="185480" y="24207"/>
                        <a:pt x="207133" y="25731"/>
                      </a:cubicBezTo>
                      <a:cubicBezTo>
                        <a:pt x="218436" y="26493"/>
                        <a:pt x="231136" y="26302"/>
                        <a:pt x="242122" y="29287"/>
                      </a:cubicBezTo>
                      <a:cubicBezTo>
                        <a:pt x="253107" y="32271"/>
                        <a:pt x="258949" y="40209"/>
                        <a:pt x="263902" y="49861"/>
                      </a:cubicBezTo>
                      <a:cubicBezTo>
                        <a:pt x="271078" y="63894"/>
                        <a:pt x="277174" y="76721"/>
                        <a:pt x="289620" y="87008"/>
                      </a:cubicBezTo>
                      <a:cubicBezTo>
                        <a:pt x="301050" y="96406"/>
                        <a:pt x="315020" y="102566"/>
                        <a:pt x="329625" y="104471"/>
                      </a:cubicBezTo>
                      <a:cubicBezTo>
                        <a:pt x="337435" y="105487"/>
                        <a:pt x="344674" y="104407"/>
                        <a:pt x="352485" y="104090"/>
                      </a:cubicBezTo>
                      <a:cubicBezTo>
                        <a:pt x="366455" y="103518"/>
                        <a:pt x="373694" y="111773"/>
                        <a:pt x="382266" y="121425"/>
                      </a:cubicBezTo>
                      <a:cubicBezTo>
                        <a:pt x="395982" y="136856"/>
                        <a:pt x="410143" y="155779"/>
                        <a:pt x="405444" y="177750"/>
                      </a:cubicBezTo>
                      <a:cubicBezTo>
                        <a:pt x="402967" y="189116"/>
                        <a:pt x="396300" y="193752"/>
                        <a:pt x="387791" y="200610"/>
                      </a:cubicBezTo>
                      <a:cubicBezTo>
                        <a:pt x="384489" y="203277"/>
                        <a:pt x="381123" y="206388"/>
                        <a:pt x="382266" y="211087"/>
                      </a:cubicBezTo>
                      <a:cubicBezTo>
                        <a:pt x="384171" y="219215"/>
                        <a:pt x="397633" y="222200"/>
                        <a:pt x="407603" y="223470"/>
                      </a:cubicBezTo>
                      <a:cubicBezTo>
                        <a:pt x="413064" y="227343"/>
                        <a:pt x="420176" y="225756"/>
                        <a:pt x="425573" y="221438"/>
                      </a:cubicBezTo>
                      <a:cubicBezTo>
                        <a:pt x="431098" y="216929"/>
                        <a:pt x="434400" y="210008"/>
                        <a:pt x="440559" y="206198"/>
                      </a:cubicBezTo>
                      <a:cubicBezTo>
                        <a:pt x="446719" y="202324"/>
                        <a:pt x="454466" y="201562"/>
                        <a:pt x="461514" y="203023"/>
                      </a:cubicBezTo>
                      <a:cubicBezTo>
                        <a:pt x="467674" y="204356"/>
                        <a:pt x="473579" y="207468"/>
                        <a:pt x="477834" y="212103"/>
                      </a:cubicBezTo>
                      <a:cubicBezTo>
                        <a:pt x="482977" y="217755"/>
                        <a:pt x="482469" y="223914"/>
                        <a:pt x="485581" y="230391"/>
                      </a:cubicBezTo>
                      <a:cubicBezTo>
                        <a:pt x="490978" y="241631"/>
                        <a:pt x="504948" y="236043"/>
                        <a:pt x="514473" y="235090"/>
                      </a:cubicBezTo>
                      <a:cubicBezTo>
                        <a:pt x="533269" y="233122"/>
                        <a:pt x="553970" y="232868"/>
                        <a:pt x="572322" y="237694"/>
                      </a:cubicBezTo>
                      <a:cubicBezTo>
                        <a:pt x="589848" y="242266"/>
                        <a:pt x="600960" y="255855"/>
                        <a:pt x="604135" y="273381"/>
                      </a:cubicBezTo>
                      <a:cubicBezTo>
                        <a:pt x="610231" y="307544"/>
                        <a:pt x="584958" y="333960"/>
                        <a:pt x="566289" y="35910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5" name="Google Shape;535;p26"/>
              <p:cNvGrpSpPr/>
              <p:nvPr/>
            </p:nvGrpSpPr>
            <p:grpSpPr>
              <a:xfrm>
                <a:off x="2261915" y="3443270"/>
                <a:ext cx="571563" cy="362521"/>
                <a:chOff x="5160390" y="2873120"/>
                <a:chExt cx="571563" cy="362521"/>
              </a:xfrm>
            </p:grpSpPr>
            <p:sp>
              <p:nvSpPr>
                <p:cNvPr id="536" name="Google Shape;536;p26"/>
                <p:cNvSpPr/>
                <p:nvPr/>
              </p:nvSpPr>
              <p:spPr>
                <a:xfrm>
                  <a:off x="5520309" y="2873120"/>
                  <a:ext cx="71437" cy="140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" h="140271" extrusionOk="0">
                      <a:moveTo>
                        <a:pt x="63500" y="132334"/>
                      </a:moveTo>
                      <a:lnTo>
                        <a:pt x="71438" y="0"/>
                      </a:lnTo>
                      <a:lnTo>
                        <a:pt x="10604" y="0"/>
                      </a:lnTo>
                      <a:lnTo>
                        <a:pt x="0" y="1402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7" name="Google Shape;537;p26"/>
                <p:cNvSpPr/>
                <p:nvPr/>
              </p:nvSpPr>
              <p:spPr>
                <a:xfrm>
                  <a:off x="5393309" y="2873120"/>
                  <a:ext cx="71437" cy="140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" h="140271" extrusionOk="0">
                      <a:moveTo>
                        <a:pt x="63500" y="132334"/>
                      </a:moveTo>
                      <a:lnTo>
                        <a:pt x="71438" y="0"/>
                      </a:lnTo>
                      <a:lnTo>
                        <a:pt x="10604" y="0"/>
                      </a:lnTo>
                      <a:lnTo>
                        <a:pt x="0" y="1402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Google Shape;538;p26"/>
                <p:cNvSpPr/>
                <p:nvPr/>
              </p:nvSpPr>
              <p:spPr>
                <a:xfrm>
                  <a:off x="5305996" y="2978975"/>
                  <a:ext cx="357187" cy="156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156082" extrusionOk="0">
                      <a:moveTo>
                        <a:pt x="357188" y="156083"/>
                      </a:moveTo>
                      <a:lnTo>
                        <a:pt x="357188" y="0"/>
                      </a:lnTo>
                      <a:lnTo>
                        <a:pt x="0" y="0"/>
                      </a:lnTo>
                      <a:lnTo>
                        <a:pt x="0" y="15081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9" name="Google Shape;539;p26"/>
                <p:cNvSpPr/>
                <p:nvPr/>
              </p:nvSpPr>
              <p:spPr>
                <a:xfrm>
                  <a:off x="5160390" y="3063684"/>
                  <a:ext cx="571563" cy="171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63" h="171957" extrusionOk="0">
                      <a:moveTo>
                        <a:pt x="571564" y="29083"/>
                      </a:moveTo>
                      <a:lnTo>
                        <a:pt x="545084" y="169291"/>
                      </a:lnTo>
                      <a:lnTo>
                        <a:pt x="82042" y="171958"/>
                      </a:lnTo>
                      <a:lnTo>
                        <a:pt x="0" y="0"/>
                      </a:lnTo>
                      <a:lnTo>
                        <a:pt x="171958" y="0"/>
                      </a:lnTo>
                      <a:cubicBezTo>
                        <a:pt x="171958" y="0"/>
                        <a:pt x="216916" y="15875"/>
                        <a:pt x="216916" y="31750"/>
                      </a:cubicBezTo>
                      <a:lnTo>
                        <a:pt x="571564" y="2908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0" name="Google Shape;540;p26"/>
                <p:cNvSpPr/>
                <p:nvPr/>
              </p:nvSpPr>
              <p:spPr>
                <a:xfrm>
                  <a:off x="5604954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1" name="Google Shape;541;p26"/>
                <p:cNvSpPr/>
                <p:nvPr/>
              </p:nvSpPr>
              <p:spPr>
                <a:xfrm>
                  <a:off x="5343016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2" name="Google Shape;542;p26"/>
                <p:cNvSpPr/>
                <p:nvPr/>
              </p:nvSpPr>
              <p:spPr>
                <a:xfrm>
                  <a:off x="5430329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3" name="Google Shape;543;p26"/>
                <p:cNvSpPr/>
                <p:nvPr/>
              </p:nvSpPr>
              <p:spPr>
                <a:xfrm>
                  <a:off x="5517641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4" name="Google Shape;544;p26"/>
              <p:cNvGrpSpPr/>
              <p:nvPr/>
            </p:nvGrpSpPr>
            <p:grpSpPr>
              <a:xfrm>
                <a:off x="1217987" y="3301764"/>
                <a:ext cx="1135847" cy="299539"/>
                <a:chOff x="3970718" y="1375536"/>
                <a:chExt cx="368172" cy="97092"/>
              </a:xfrm>
            </p:grpSpPr>
            <p:sp>
              <p:nvSpPr>
                <p:cNvPr id="545" name="Google Shape;545;p26"/>
                <p:cNvSpPr/>
                <p:nvPr/>
              </p:nvSpPr>
              <p:spPr>
                <a:xfrm>
                  <a:off x="3970718" y="1379156"/>
                  <a:ext cx="18351" cy="4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51" h="4952" extrusionOk="0">
                      <a:moveTo>
                        <a:pt x="0" y="4953"/>
                      </a:moveTo>
                      <a:cubicBezTo>
                        <a:pt x="0" y="4953"/>
                        <a:pt x="7176" y="2349"/>
                        <a:pt x="18352" y="0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26"/>
                <p:cNvSpPr/>
                <p:nvPr/>
              </p:nvSpPr>
              <p:spPr>
                <a:xfrm>
                  <a:off x="4029075" y="1375536"/>
                  <a:ext cx="280479" cy="71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479" h="71374" extrusionOk="0">
                      <a:moveTo>
                        <a:pt x="0" y="0"/>
                      </a:moveTo>
                      <a:cubicBezTo>
                        <a:pt x="17590" y="762"/>
                        <a:pt x="36385" y="5017"/>
                        <a:pt x="52260" y="16701"/>
                      </a:cubicBezTo>
                      <a:cubicBezTo>
                        <a:pt x="93091" y="46736"/>
                        <a:pt x="97917" y="66294"/>
                        <a:pt x="152908" y="67945"/>
                      </a:cubicBezTo>
                      <a:cubicBezTo>
                        <a:pt x="197422" y="69279"/>
                        <a:pt x="239014" y="47181"/>
                        <a:pt x="280479" y="71374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Google Shape;547;p26"/>
                <p:cNvSpPr/>
                <p:nvPr/>
              </p:nvSpPr>
              <p:spPr>
                <a:xfrm>
                  <a:off x="4325746" y="1458849"/>
                  <a:ext cx="13144" cy="13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" h="13779" extrusionOk="0">
                      <a:moveTo>
                        <a:pt x="0" y="0"/>
                      </a:moveTo>
                      <a:cubicBezTo>
                        <a:pt x="4382" y="3937"/>
                        <a:pt x="8763" y="8509"/>
                        <a:pt x="13145" y="13779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8" name="Google Shape;548;p26"/>
              <p:cNvSpPr/>
              <p:nvPr/>
            </p:nvSpPr>
            <p:spPr>
              <a:xfrm rot="1649117">
                <a:off x="-405116" y="3383974"/>
                <a:ext cx="733007" cy="1541498"/>
              </a:xfrm>
              <a:custGeom>
                <a:avLst/>
                <a:gdLst/>
                <a:ahLst/>
                <a:cxnLst/>
                <a:rect l="l" t="t" r="r" b="b"/>
                <a:pathLst>
                  <a:path w="104252" h="243997" extrusionOk="0">
                    <a:moveTo>
                      <a:pt x="0" y="117759"/>
                    </a:moveTo>
                    <a:cubicBezTo>
                      <a:pt x="0" y="117759"/>
                      <a:pt x="106870" y="97122"/>
                      <a:pt x="104203" y="35019"/>
                    </a:cubicBezTo>
                    <a:cubicBezTo>
                      <a:pt x="101600" y="-24417"/>
                      <a:pt x="35877" y="-795"/>
                      <a:pt x="62547" y="50830"/>
                    </a:cubicBezTo>
                    <a:cubicBezTo>
                      <a:pt x="95567" y="114775"/>
                      <a:pt x="109664" y="218978"/>
                      <a:pt x="46291" y="243997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6"/>
              <p:cNvSpPr/>
              <p:nvPr/>
            </p:nvSpPr>
            <p:spPr>
              <a:xfrm rot="7899969" flipH="1">
                <a:off x="996877" y="2281735"/>
                <a:ext cx="1822676" cy="225934"/>
              </a:xfrm>
              <a:custGeom>
                <a:avLst/>
                <a:gdLst/>
                <a:ahLst/>
                <a:cxnLst/>
                <a:rect l="l" t="t" r="r" b="b"/>
                <a:pathLst>
                  <a:path w="624585" h="77422" extrusionOk="0">
                    <a:moveTo>
                      <a:pt x="0" y="69331"/>
                    </a:moveTo>
                    <a:cubicBezTo>
                      <a:pt x="32957" y="25326"/>
                      <a:pt x="89090" y="3228"/>
                      <a:pt x="144018" y="370"/>
                    </a:cubicBezTo>
                    <a:cubicBezTo>
                      <a:pt x="198945" y="-2487"/>
                      <a:pt x="253238" y="11610"/>
                      <a:pt x="305626" y="28310"/>
                    </a:cubicBezTo>
                    <a:cubicBezTo>
                      <a:pt x="358013" y="45011"/>
                      <a:pt x="409829" y="64569"/>
                      <a:pt x="464121" y="73205"/>
                    </a:cubicBezTo>
                    <a:cubicBezTo>
                      <a:pt x="518414" y="81777"/>
                      <a:pt x="576580" y="78539"/>
                      <a:pt x="624586" y="51742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6"/>
              <p:cNvSpPr/>
              <p:nvPr/>
            </p:nvSpPr>
            <p:spPr>
              <a:xfrm rot="-2137942">
                <a:off x="-1079771" y="598174"/>
                <a:ext cx="4416208" cy="1985389"/>
              </a:xfrm>
              <a:custGeom>
                <a:avLst/>
                <a:gdLst/>
                <a:ahLst/>
                <a:cxnLst/>
                <a:rect l="l" t="t" r="r" b="b"/>
                <a:pathLst>
                  <a:path w="597979" h="254919" extrusionOk="0">
                    <a:moveTo>
                      <a:pt x="0" y="254762"/>
                    </a:moveTo>
                    <a:cubicBezTo>
                      <a:pt x="29654" y="256731"/>
                      <a:pt x="57658" y="239967"/>
                      <a:pt x="78549" y="218821"/>
                    </a:cubicBezTo>
                    <a:cubicBezTo>
                      <a:pt x="99378" y="197676"/>
                      <a:pt x="115062" y="172021"/>
                      <a:pt x="134429" y="149416"/>
                    </a:cubicBezTo>
                    <a:cubicBezTo>
                      <a:pt x="153797" y="126873"/>
                      <a:pt x="178498" y="106680"/>
                      <a:pt x="207899" y="102489"/>
                    </a:cubicBezTo>
                    <a:cubicBezTo>
                      <a:pt x="229870" y="99378"/>
                      <a:pt x="253936" y="106490"/>
                      <a:pt x="267970" y="123635"/>
                    </a:cubicBezTo>
                    <a:cubicBezTo>
                      <a:pt x="282004" y="140779"/>
                      <a:pt x="283464" y="168212"/>
                      <a:pt x="268669" y="184785"/>
                    </a:cubicBezTo>
                    <a:cubicBezTo>
                      <a:pt x="258635" y="196024"/>
                      <a:pt x="237617" y="199390"/>
                      <a:pt x="229870" y="186436"/>
                    </a:cubicBezTo>
                    <a:cubicBezTo>
                      <a:pt x="223457" y="175641"/>
                      <a:pt x="231267" y="160909"/>
                      <a:pt x="242507" y="155257"/>
                    </a:cubicBezTo>
                    <a:cubicBezTo>
                      <a:pt x="253746" y="149606"/>
                      <a:pt x="266954" y="150304"/>
                      <a:pt x="279591" y="150559"/>
                    </a:cubicBezTo>
                    <a:cubicBezTo>
                      <a:pt x="401193" y="152845"/>
                      <a:pt x="522605" y="95504"/>
                      <a:pt x="597979" y="0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51" name="Google Shape;551;p26"/>
              <p:cNvGrpSpPr/>
              <p:nvPr/>
            </p:nvGrpSpPr>
            <p:grpSpPr>
              <a:xfrm>
                <a:off x="1778367" y="717779"/>
                <a:ext cx="1055113" cy="1475919"/>
                <a:chOff x="-1891361" y="-1128192"/>
                <a:chExt cx="1290816" cy="1805406"/>
              </a:xfrm>
            </p:grpSpPr>
            <p:grpSp>
              <p:nvGrpSpPr>
                <p:cNvPr id="552" name="Google Shape;552;p26"/>
                <p:cNvGrpSpPr/>
                <p:nvPr/>
              </p:nvGrpSpPr>
              <p:grpSpPr>
                <a:xfrm>
                  <a:off x="-1891361" y="-1128192"/>
                  <a:ext cx="1290816" cy="1805406"/>
                  <a:chOff x="-1891361" y="-1128192"/>
                  <a:chExt cx="1290816" cy="1805406"/>
                </a:xfrm>
              </p:grpSpPr>
              <p:sp>
                <p:nvSpPr>
                  <p:cNvPr id="553" name="Google Shape;553;p26"/>
                  <p:cNvSpPr/>
                  <p:nvPr/>
                </p:nvSpPr>
                <p:spPr>
                  <a:xfrm>
                    <a:off x="-1693575" y="-55375"/>
                    <a:ext cx="893523" cy="4335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9994" h="1469798" extrusionOk="0">
                        <a:moveTo>
                          <a:pt x="2218218" y="955478"/>
                        </a:moveTo>
                        <a:lnTo>
                          <a:pt x="2279936" y="955478"/>
                        </a:lnTo>
                        <a:lnTo>
                          <a:pt x="2279936" y="1469798"/>
                        </a:lnTo>
                        <a:lnTo>
                          <a:pt x="2218218" y="1469798"/>
                        </a:lnTo>
                        <a:close/>
                        <a:moveTo>
                          <a:pt x="1189577" y="955478"/>
                        </a:moveTo>
                        <a:lnTo>
                          <a:pt x="1251295" y="955478"/>
                        </a:lnTo>
                        <a:lnTo>
                          <a:pt x="1251295" y="1469798"/>
                        </a:lnTo>
                        <a:lnTo>
                          <a:pt x="1189577" y="1469798"/>
                        </a:lnTo>
                        <a:close/>
                        <a:moveTo>
                          <a:pt x="51287" y="2372"/>
                        </a:moveTo>
                        <a:lnTo>
                          <a:pt x="989061" y="1403218"/>
                        </a:lnTo>
                        <a:lnTo>
                          <a:pt x="937774" y="1437551"/>
                        </a:lnTo>
                        <a:lnTo>
                          <a:pt x="0" y="36705"/>
                        </a:lnTo>
                        <a:close/>
                        <a:moveTo>
                          <a:pt x="3418707" y="0"/>
                        </a:moveTo>
                        <a:lnTo>
                          <a:pt x="3469994" y="34333"/>
                        </a:lnTo>
                        <a:lnTo>
                          <a:pt x="2532221" y="1435177"/>
                        </a:lnTo>
                        <a:lnTo>
                          <a:pt x="2480934" y="140084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4" name="Google Shape;554;p26"/>
                  <p:cNvSpPr/>
                  <p:nvPr/>
                </p:nvSpPr>
                <p:spPr>
                  <a:xfrm>
                    <a:off x="-1891361" y="-1128192"/>
                    <a:ext cx="1290816" cy="13658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2273" h="1579038" extrusionOk="0">
                        <a:moveTo>
                          <a:pt x="1273730" y="218551"/>
                        </a:moveTo>
                        <a:cubicBezTo>
                          <a:pt x="982329" y="-72850"/>
                          <a:pt x="509953" y="-72850"/>
                          <a:pt x="218551" y="218551"/>
                        </a:cubicBezTo>
                        <a:cubicBezTo>
                          <a:pt x="-72850" y="509952"/>
                          <a:pt x="-72850" y="982329"/>
                          <a:pt x="218551" y="1273731"/>
                        </a:cubicBezTo>
                        <a:lnTo>
                          <a:pt x="523859" y="1579039"/>
                        </a:lnTo>
                        <a:lnTo>
                          <a:pt x="968359" y="1579039"/>
                        </a:lnTo>
                        <a:lnTo>
                          <a:pt x="1273667" y="1273731"/>
                        </a:lnTo>
                        <a:cubicBezTo>
                          <a:pt x="1565132" y="982393"/>
                          <a:pt x="1565132" y="509952"/>
                          <a:pt x="1273730" y="21855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5" name="Google Shape;555;p26"/>
                  <p:cNvSpPr/>
                  <p:nvPr/>
                </p:nvSpPr>
                <p:spPr>
                  <a:xfrm>
                    <a:off x="-1671618" y="-1128192"/>
                    <a:ext cx="851368" cy="13658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4241" h="1579038" extrusionOk="0">
                        <a:moveTo>
                          <a:pt x="840121" y="218551"/>
                        </a:moveTo>
                        <a:cubicBezTo>
                          <a:pt x="647907" y="-72850"/>
                          <a:pt x="336312" y="-72850"/>
                          <a:pt x="144161" y="218551"/>
                        </a:cubicBezTo>
                        <a:cubicBezTo>
                          <a:pt x="-48054" y="509952"/>
                          <a:pt x="-48054" y="982329"/>
                          <a:pt x="144161" y="1273731"/>
                        </a:cubicBezTo>
                        <a:lnTo>
                          <a:pt x="345583" y="1579039"/>
                        </a:lnTo>
                        <a:lnTo>
                          <a:pt x="638762" y="1579039"/>
                        </a:lnTo>
                        <a:lnTo>
                          <a:pt x="840184" y="1273731"/>
                        </a:lnTo>
                        <a:cubicBezTo>
                          <a:pt x="1032272" y="982393"/>
                          <a:pt x="1032272" y="509952"/>
                          <a:pt x="840121" y="21855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6" name="Google Shape;556;p26"/>
                  <p:cNvSpPr/>
                  <p:nvPr/>
                </p:nvSpPr>
                <p:spPr>
                  <a:xfrm>
                    <a:off x="-1451887" y="-1128192"/>
                    <a:ext cx="411949" cy="13658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242" h="1579038" extrusionOk="0">
                        <a:moveTo>
                          <a:pt x="406464" y="218551"/>
                        </a:moveTo>
                        <a:cubicBezTo>
                          <a:pt x="313500" y="-72850"/>
                          <a:pt x="162687" y="-72850"/>
                          <a:pt x="69723" y="218551"/>
                        </a:cubicBezTo>
                        <a:cubicBezTo>
                          <a:pt x="-23241" y="509952"/>
                          <a:pt x="-23241" y="982329"/>
                          <a:pt x="69723" y="1273731"/>
                        </a:cubicBezTo>
                        <a:lnTo>
                          <a:pt x="167195" y="1579039"/>
                        </a:lnTo>
                        <a:lnTo>
                          <a:pt x="309055" y="1579039"/>
                        </a:lnTo>
                        <a:lnTo>
                          <a:pt x="406527" y="1273731"/>
                        </a:lnTo>
                        <a:cubicBezTo>
                          <a:pt x="499491" y="982393"/>
                          <a:pt x="499491" y="509952"/>
                          <a:pt x="406464" y="21855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7" name="Google Shape;557;p26"/>
                  <p:cNvSpPr/>
                  <p:nvPr/>
                </p:nvSpPr>
                <p:spPr>
                  <a:xfrm>
                    <a:off x="-1451865" y="347649"/>
                    <a:ext cx="411956" cy="3295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250" h="381000" extrusionOk="0">
                        <a:moveTo>
                          <a:pt x="114300" y="381000"/>
                        </a:moveTo>
                        <a:lnTo>
                          <a:pt x="361950" y="381000"/>
                        </a:lnTo>
                        <a:cubicBezTo>
                          <a:pt x="425069" y="381000"/>
                          <a:pt x="476250" y="329819"/>
                          <a:pt x="476250" y="266700"/>
                        </a:cubicBezTo>
                        <a:lnTo>
                          <a:pt x="476250" y="0"/>
                        </a:lnTo>
                        <a:lnTo>
                          <a:pt x="0" y="0"/>
                        </a:lnTo>
                        <a:lnTo>
                          <a:pt x="0" y="266700"/>
                        </a:lnTo>
                        <a:cubicBezTo>
                          <a:pt x="0" y="329819"/>
                          <a:pt x="51118" y="381000"/>
                          <a:pt x="114300" y="38100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58" name="Google Shape;558;p26"/>
                  <p:cNvGrpSpPr/>
                  <p:nvPr/>
                </p:nvGrpSpPr>
                <p:grpSpPr>
                  <a:xfrm>
                    <a:off x="-1460307" y="347488"/>
                    <a:ext cx="428435" cy="76899"/>
                    <a:chOff x="6791388" y="5563615"/>
                    <a:chExt cx="495300" cy="88900"/>
                  </a:xfrm>
                </p:grpSpPr>
                <p:sp>
                  <p:nvSpPr>
                    <p:cNvPr id="559" name="Google Shape;559;p26"/>
                    <p:cNvSpPr/>
                    <p:nvPr/>
                  </p:nvSpPr>
                  <p:spPr>
                    <a:xfrm>
                      <a:off x="6791388" y="5563615"/>
                      <a:ext cx="177800" cy="8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800" h="88900" extrusionOk="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0" name="Google Shape;560;p26"/>
                    <p:cNvSpPr/>
                    <p:nvPr/>
                  </p:nvSpPr>
                  <p:spPr>
                    <a:xfrm>
                      <a:off x="7108888" y="5563615"/>
                      <a:ext cx="177800" cy="8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800" h="88900" extrusionOk="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1" name="Google Shape;561;p26"/>
                    <p:cNvSpPr/>
                    <p:nvPr/>
                  </p:nvSpPr>
                  <p:spPr>
                    <a:xfrm>
                      <a:off x="6950138" y="5563615"/>
                      <a:ext cx="177800" cy="8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800" h="88900" extrusionOk="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62" name="Google Shape;562;p26"/>
                  <p:cNvSpPr/>
                  <p:nvPr/>
                </p:nvSpPr>
                <p:spPr>
                  <a:xfrm>
                    <a:off x="-1451865" y="570114"/>
                    <a:ext cx="411956" cy="1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250" h="19050" extrusionOk="0">
                        <a:moveTo>
                          <a:pt x="0" y="0"/>
                        </a:moveTo>
                        <a:lnTo>
                          <a:pt x="476250" y="0"/>
                        </a:lnTo>
                        <a:lnTo>
                          <a:pt x="476250" y="19050"/>
                        </a:lnTo>
                        <a:lnTo>
                          <a:pt x="0" y="1905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63" name="Google Shape;563;p26"/>
                <p:cNvSpPr/>
                <p:nvPr/>
              </p:nvSpPr>
              <p:spPr>
                <a:xfrm>
                  <a:off x="-1439100" y="235100"/>
                  <a:ext cx="384525" cy="59900"/>
                </a:xfrm>
                <a:prstGeom prst="flowChartOffpageConnec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564" name="Google Shape;564;p26"/>
              <p:cNvGrpSpPr/>
              <p:nvPr/>
            </p:nvGrpSpPr>
            <p:grpSpPr>
              <a:xfrm>
                <a:off x="423600" y="2389143"/>
                <a:ext cx="1383700" cy="1173271"/>
                <a:chOff x="5024310" y="2167559"/>
                <a:chExt cx="569494" cy="482907"/>
              </a:xfrm>
            </p:grpSpPr>
            <p:grpSp>
              <p:nvGrpSpPr>
                <p:cNvPr id="565" name="Google Shape;565;p26"/>
                <p:cNvGrpSpPr/>
                <p:nvPr/>
              </p:nvGrpSpPr>
              <p:grpSpPr>
                <a:xfrm>
                  <a:off x="5024310" y="2167559"/>
                  <a:ext cx="569494" cy="482907"/>
                  <a:chOff x="5024310" y="2167559"/>
                  <a:chExt cx="569494" cy="482907"/>
                </a:xfrm>
              </p:grpSpPr>
              <p:sp>
                <p:nvSpPr>
                  <p:cNvPr id="566" name="Google Shape;566;p26"/>
                  <p:cNvSpPr/>
                  <p:nvPr/>
                </p:nvSpPr>
                <p:spPr>
                  <a:xfrm>
                    <a:off x="5024310" y="2410967"/>
                    <a:ext cx="113538" cy="1815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538" h="181546" extrusionOk="0">
                        <a:moveTo>
                          <a:pt x="49340" y="81788"/>
                        </a:moveTo>
                        <a:lnTo>
                          <a:pt x="0" y="9462"/>
                        </a:lnTo>
                        <a:lnTo>
                          <a:pt x="26797" y="0"/>
                        </a:lnTo>
                        <a:lnTo>
                          <a:pt x="113538" y="64770"/>
                        </a:lnTo>
                        <a:lnTo>
                          <a:pt x="106680" y="168846"/>
                        </a:lnTo>
                        <a:lnTo>
                          <a:pt x="78549" y="181546"/>
                        </a:lnTo>
                        <a:close/>
                      </a:path>
                    </a:pathLst>
                  </a:custGeom>
                  <a:solidFill>
                    <a:srgbClr val="FF9D2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7" name="Google Shape;567;p26"/>
                  <p:cNvSpPr/>
                  <p:nvPr/>
                </p:nvSpPr>
                <p:spPr>
                  <a:xfrm>
                    <a:off x="5024310" y="2410967"/>
                    <a:ext cx="113538" cy="1815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538" h="181546" extrusionOk="0">
                        <a:moveTo>
                          <a:pt x="49340" y="81788"/>
                        </a:moveTo>
                        <a:lnTo>
                          <a:pt x="0" y="9462"/>
                        </a:lnTo>
                        <a:lnTo>
                          <a:pt x="26797" y="0"/>
                        </a:lnTo>
                        <a:lnTo>
                          <a:pt x="113538" y="64770"/>
                        </a:lnTo>
                        <a:lnTo>
                          <a:pt x="106680" y="168846"/>
                        </a:lnTo>
                        <a:lnTo>
                          <a:pt x="78549" y="181546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8" name="Google Shape;568;p26"/>
                  <p:cNvSpPr/>
                  <p:nvPr/>
                </p:nvSpPr>
                <p:spPr>
                  <a:xfrm>
                    <a:off x="5265229" y="2249445"/>
                    <a:ext cx="83099" cy="649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099" h="64938" extrusionOk="0">
                        <a:moveTo>
                          <a:pt x="81724" y="11408"/>
                        </a:moveTo>
                        <a:lnTo>
                          <a:pt x="77026" y="4042"/>
                        </a:lnTo>
                        <a:cubicBezTo>
                          <a:pt x="74422" y="-22"/>
                          <a:pt x="69024" y="-1229"/>
                          <a:pt x="64961" y="1375"/>
                        </a:cubicBezTo>
                        <a:lnTo>
                          <a:pt x="0" y="42904"/>
                        </a:lnTo>
                        <a:cubicBezTo>
                          <a:pt x="5017" y="50016"/>
                          <a:pt x="9779" y="57382"/>
                          <a:pt x="14161" y="64939"/>
                        </a:cubicBezTo>
                        <a:lnTo>
                          <a:pt x="79058" y="23473"/>
                        </a:lnTo>
                        <a:cubicBezTo>
                          <a:pt x="83122" y="20870"/>
                          <a:pt x="84328" y="15472"/>
                          <a:pt x="81724" y="1140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9" name="Google Shape;569;p26"/>
                  <p:cNvSpPr/>
                  <p:nvPr/>
                </p:nvSpPr>
                <p:spPr>
                  <a:xfrm>
                    <a:off x="5196141" y="2191343"/>
                    <a:ext cx="83099" cy="649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099" h="64938" extrusionOk="0">
                        <a:moveTo>
                          <a:pt x="81724" y="11408"/>
                        </a:moveTo>
                        <a:lnTo>
                          <a:pt x="77026" y="4042"/>
                        </a:lnTo>
                        <a:cubicBezTo>
                          <a:pt x="74422" y="-22"/>
                          <a:pt x="69024" y="-1229"/>
                          <a:pt x="64961" y="1375"/>
                        </a:cubicBezTo>
                        <a:lnTo>
                          <a:pt x="0" y="42904"/>
                        </a:lnTo>
                        <a:cubicBezTo>
                          <a:pt x="5017" y="50016"/>
                          <a:pt x="9779" y="57382"/>
                          <a:pt x="14161" y="64939"/>
                        </a:cubicBezTo>
                        <a:lnTo>
                          <a:pt x="79058" y="23473"/>
                        </a:lnTo>
                        <a:cubicBezTo>
                          <a:pt x="83122" y="20870"/>
                          <a:pt x="84328" y="15472"/>
                          <a:pt x="81724" y="1140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0" name="Google Shape;570;p26"/>
                  <p:cNvSpPr/>
                  <p:nvPr/>
                </p:nvSpPr>
                <p:spPr>
                  <a:xfrm>
                    <a:off x="5352732" y="2455228"/>
                    <a:ext cx="87344" cy="48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44" h="48956" extrusionOk="0">
                        <a:moveTo>
                          <a:pt x="84264" y="6031"/>
                        </a:moveTo>
                        <a:lnTo>
                          <a:pt x="86932" y="14350"/>
                        </a:lnTo>
                        <a:cubicBezTo>
                          <a:pt x="88392" y="18922"/>
                          <a:pt x="85852" y="23875"/>
                          <a:pt x="81280" y="25335"/>
                        </a:cubicBezTo>
                        <a:lnTo>
                          <a:pt x="7938" y="48957"/>
                        </a:lnTo>
                        <a:cubicBezTo>
                          <a:pt x="5652" y="40512"/>
                          <a:pt x="2984" y="32193"/>
                          <a:pt x="0" y="24001"/>
                        </a:cubicBezTo>
                        <a:lnTo>
                          <a:pt x="73279" y="443"/>
                        </a:lnTo>
                        <a:cubicBezTo>
                          <a:pt x="77851" y="-1081"/>
                          <a:pt x="82740" y="1459"/>
                          <a:pt x="84264" y="603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1" name="Google Shape;571;p26"/>
                  <p:cNvSpPr/>
                  <p:nvPr/>
                </p:nvSpPr>
                <p:spPr>
                  <a:xfrm>
                    <a:off x="5353494" y="2545462"/>
                    <a:ext cx="87344" cy="489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44" h="48957" extrusionOk="0">
                        <a:moveTo>
                          <a:pt x="84265" y="6031"/>
                        </a:moveTo>
                        <a:lnTo>
                          <a:pt x="86932" y="14350"/>
                        </a:lnTo>
                        <a:cubicBezTo>
                          <a:pt x="88392" y="18922"/>
                          <a:pt x="85852" y="23875"/>
                          <a:pt x="81280" y="25335"/>
                        </a:cubicBezTo>
                        <a:lnTo>
                          <a:pt x="7938" y="48957"/>
                        </a:lnTo>
                        <a:cubicBezTo>
                          <a:pt x="5652" y="40512"/>
                          <a:pt x="2984" y="32193"/>
                          <a:pt x="0" y="24002"/>
                        </a:cubicBezTo>
                        <a:lnTo>
                          <a:pt x="73279" y="443"/>
                        </a:lnTo>
                        <a:cubicBezTo>
                          <a:pt x="77851" y="-1081"/>
                          <a:pt x="82804" y="1459"/>
                          <a:pt x="84265" y="603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" name="Google Shape;572;p26"/>
                  <p:cNvSpPr/>
                  <p:nvPr/>
                </p:nvSpPr>
                <p:spPr>
                  <a:xfrm>
                    <a:off x="5159933" y="2167559"/>
                    <a:ext cx="254772" cy="482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772" h="482907" extrusionOk="0">
                        <a:moveTo>
                          <a:pt x="249505" y="207340"/>
                        </a:moveTo>
                        <a:lnTo>
                          <a:pt x="228867" y="190894"/>
                        </a:lnTo>
                        <a:lnTo>
                          <a:pt x="229757" y="164605"/>
                        </a:lnTo>
                        <a:cubicBezTo>
                          <a:pt x="229757" y="164605"/>
                          <a:pt x="62942" y="838"/>
                          <a:pt x="23381" y="13"/>
                        </a:cubicBezTo>
                        <a:cubicBezTo>
                          <a:pt x="-16242" y="-749"/>
                          <a:pt x="6490" y="32779"/>
                          <a:pt x="6490" y="32779"/>
                        </a:cubicBezTo>
                        <a:lnTo>
                          <a:pt x="124346" y="216992"/>
                        </a:lnTo>
                        <a:lnTo>
                          <a:pt x="133998" y="234328"/>
                        </a:lnTo>
                        <a:lnTo>
                          <a:pt x="141872" y="255410"/>
                        </a:lnTo>
                        <a:lnTo>
                          <a:pt x="204991" y="462801"/>
                        </a:lnTo>
                        <a:cubicBezTo>
                          <a:pt x="204991" y="462801"/>
                          <a:pt x="215786" y="501790"/>
                          <a:pt x="240869" y="471183"/>
                        </a:cubicBezTo>
                        <a:cubicBezTo>
                          <a:pt x="265888" y="440512"/>
                          <a:pt x="249505" y="207340"/>
                          <a:pt x="249505" y="20734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" name="Google Shape;573;p26"/>
                  <p:cNvSpPr/>
                  <p:nvPr/>
                </p:nvSpPr>
                <p:spPr>
                  <a:xfrm>
                    <a:off x="5033490" y="2264417"/>
                    <a:ext cx="560314" cy="256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0314" h="256064" extrusionOk="0">
                        <a:moveTo>
                          <a:pt x="66258" y="194684"/>
                        </a:moveTo>
                        <a:cubicBezTo>
                          <a:pt x="66258" y="194684"/>
                          <a:pt x="359311" y="54920"/>
                          <a:pt x="420398" y="24821"/>
                        </a:cubicBezTo>
                        <a:cubicBezTo>
                          <a:pt x="481485" y="-5278"/>
                          <a:pt x="543144" y="-9913"/>
                          <a:pt x="558574" y="21519"/>
                        </a:cubicBezTo>
                        <a:cubicBezTo>
                          <a:pt x="574005" y="53015"/>
                          <a:pt x="482564" y="95814"/>
                          <a:pt x="452719" y="107244"/>
                        </a:cubicBezTo>
                        <a:cubicBezTo>
                          <a:pt x="422875" y="118674"/>
                          <a:pt x="86388" y="245356"/>
                          <a:pt x="86388" y="245356"/>
                        </a:cubicBezTo>
                        <a:cubicBezTo>
                          <a:pt x="86388" y="245356"/>
                          <a:pt x="4028" y="269868"/>
                          <a:pt x="155" y="244722"/>
                        </a:cubicBezTo>
                        <a:cubicBezTo>
                          <a:pt x="-3718" y="219575"/>
                          <a:pt x="66258" y="194684"/>
                          <a:pt x="66258" y="1946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4" name="Google Shape;574;p26"/>
                <p:cNvSpPr/>
                <p:nvPr/>
              </p:nvSpPr>
              <p:spPr>
                <a:xfrm>
                  <a:off x="5503862" y="2278931"/>
                  <a:ext cx="45767" cy="55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67" h="55265" extrusionOk="0">
                      <a:moveTo>
                        <a:pt x="0" y="2878"/>
                      </a:moveTo>
                      <a:cubicBezTo>
                        <a:pt x="0" y="2878"/>
                        <a:pt x="20129" y="26817"/>
                        <a:pt x="24193" y="55265"/>
                      </a:cubicBezTo>
                      <a:cubicBezTo>
                        <a:pt x="24193" y="55265"/>
                        <a:pt x="53721" y="48471"/>
                        <a:pt x="43688" y="19197"/>
                      </a:cubicBezTo>
                      <a:cubicBezTo>
                        <a:pt x="33591" y="-10140"/>
                        <a:pt x="0" y="2878"/>
                        <a:pt x="0" y="287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75" name="Google Shape;575;p26"/>
          <p:cNvSpPr/>
          <p:nvPr/>
        </p:nvSpPr>
        <p:spPr>
          <a:xfrm>
            <a:off x="7072200" y="635250"/>
            <a:ext cx="1245300" cy="362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6th Grade</a:t>
            </a:r>
            <a:endParaRPr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 txBox="1">
            <a:spLocks noGrp="1"/>
          </p:cNvSpPr>
          <p:nvPr>
            <p:ph type="body" idx="1"/>
          </p:nvPr>
        </p:nvSpPr>
        <p:spPr>
          <a:xfrm>
            <a:off x="738731" y="10177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dirty="0"/>
              <a:t>                             India Guide is a smart tourism platform designed to simplify the travel-planning process.</a:t>
            </a:r>
          </a:p>
        </p:txBody>
      </p:sp>
      <p:sp>
        <p:nvSpPr>
          <p:cNvPr id="581" name="Google Shape;58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Introduction</a:t>
            </a:r>
            <a:endParaRPr dirty="0"/>
          </a:p>
        </p:txBody>
      </p:sp>
      <p:sp>
        <p:nvSpPr>
          <p:cNvPr id="583" name="Google Shape;583;p27"/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4" name="Google Shape;584;p27"/>
          <p:cNvSpPr txBox="1"/>
          <p:nvPr/>
        </p:nvSpPr>
        <p:spPr>
          <a:xfrm>
            <a:off x="1677546" y="4236775"/>
            <a:ext cx="6200527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1000" b="1" dirty="0"/>
              <a:t>“From destination discovery to a personalized itinerary - everything in one platform.”</a:t>
            </a:r>
            <a:endParaRPr lang="en-IN" sz="1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A7DB1-B6CB-7DB6-4F88-55BD7F97D78B}"/>
              </a:ext>
            </a:extLst>
          </p:cNvPr>
          <p:cNvSpPr txBox="1"/>
          <p:nvPr/>
        </p:nvSpPr>
        <p:spPr>
          <a:xfrm>
            <a:off x="959565" y="1597893"/>
            <a:ext cx="5565464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Explore tourist destinations across India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AI-powered travel assistance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Personalized day-wise trip planning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Interactive Google Maps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Save </a:t>
            </a:r>
            <a:r>
              <a:rPr lang="en-IN" dirty="0" err="1"/>
              <a:t>favorite</a:t>
            </a:r>
            <a:r>
              <a:rPr lang="en-IN" dirty="0"/>
              <a:t> destinations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Store and manage planned trips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Secure user 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>
          <a:extLst>
            <a:ext uri="{FF2B5EF4-FFF2-40B4-BE49-F238E27FC236}">
              <a16:creationId xmlns:a16="http://schemas.microsoft.com/office/drawing/2014/main" id="{027B3410-B38A-C3E8-CCD7-790A385C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>
            <a:extLst>
              <a:ext uri="{FF2B5EF4-FFF2-40B4-BE49-F238E27FC236}">
                <a16:creationId xmlns:a16="http://schemas.microsoft.com/office/drawing/2014/main" id="{9D7B442F-88FE-0D55-BB4E-32ACFE5157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Problem Statement</a:t>
            </a:r>
            <a:endParaRPr dirty="0"/>
          </a:p>
        </p:txBody>
      </p:sp>
      <p:sp>
        <p:nvSpPr>
          <p:cNvPr id="583" name="Google Shape;583;p27">
            <a:extLst>
              <a:ext uri="{FF2B5EF4-FFF2-40B4-BE49-F238E27FC236}">
                <a16:creationId xmlns:a16="http://schemas.microsoft.com/office/drawing/2014/main" id="{38B223EF-A61B-883F-72E8-E1BC9D335AD0}"/>
              </a:ext>
            </a:extLst>
          </p:cNvPr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35645-ED95-DDA9-8921-622958C52CFB}"/>
              </a:ext>
            </a:extLst>
          </p:cNvPr>
          <p:cNvSpPr txBox="1"/>
          <p:nvPr/>
        </p:nvSpPr>
        <p:spPr>
          <a:xfrm>
            <a:off x="808310" y="1094609"/>
            <a:ext cx="7338787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Travel planning requires users to search across multiple platforms for </a:t>
            </a:r>
            <a:r>
              <a:rPr lang="en-IN" b="1" dirty="0"/>
              <a:t>destinations, maps, travel information, and itineraries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Creating a </a:t>
            </a:r>
            <a:r>
              <a:rPr lang="en-IN" b="1" dirty="0"/>
              <a:t>personalized day-wise itinerary</a:t>
            </a:r>
            <a:r>
              <a:rPr lang="en-IN" dirty="0"/>
              <a:t> based on budget, duration, interests, and travel preferences is often time-consuming.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travel platforms may provide destination listings and maps, but users still need to </a:t>
            </a:r>
            <a:r>
              <a:rPr lang="en-IN" b="1" dirty="0"/>
              <a:t>manually combine information</a:t>
            </a:r>
            <a:r>
              <a:rPr lang="en-IN" dirty="0"/>
              <a:t> to build a complete trip plan.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AI-based planning can generate itineraries quickly, but generated recommendations may contain </a:t>
            </a:r>
            <a:r>
              <a:rPr lang="en-IN" b="1" dirty="0"/>
              <a:t>inaccurate or impractical information</a:t>
            </a:r>
            <a:r>
              <a:rPr lang="en-IN" dirty="0"/>
              <a:t> if they are not grounded in reliable destination data. </a:t>
            </a: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44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>
          <a:extLst>
            <a:ext uri="{FF2B5EF4-FFF2-40B4-BE49-F238E27FC236}">
              <a16:creationId xmlns:a16="http://schemas.microsoft.com/office/drawing/2014/main" id="{66CB11B5-2D87-47B2-F940-D38E46AD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>
            <a:extLst>
              <a:ext uri="{FF2B5EF4-FFF2-40B4-BE49-F238E27FC236}">
                <a16:creationId xmlns:a16="http://schemas.microsoft.com/office/drawing/2014/main" id="{D6E5E86B-935B-F02C-7F41-EE2792690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Proposed Solution</a:t>
            </a:r>
            <a:endParaRPr dirty="0"/>
          </a:p>
        </p:txBody>
      </p:sp>
      <p:sp>
        <p:nvSpPr>
          <p:cNvPr id="583" name="Google Shape;583;p27">
            <a:extLst>
              <a:ext uri="{FF2B5EF4-FFF2-40B4-BE49-F238E27FC236}">
                <a16:creationId xmlns:a16="http://schemas.microsoft.com/office/drawing/2014/main" id="{C9E67471-F9EF-72CD-F3E9-5DED7C2D520D}"/>
              </a:ext>
            </a:extLst>
          </p:cNvPr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95ED5-B6CB-B268-3802-5F7CF50E59A8}"/>
              </a:ext>
            </a:extLst>
          </p:cNvPr>
          <p:cNvSpPr txBox="1"/>
          <p:nvPr/>
        </p:nvSpPr>
        <p:spPr>
          <a:xfrm>
            <a:off x="808310" y="1094609"/>
            <a:ext cx="7338787" cy="92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dirty="0"/>
              <a:t> </a:t>
            </a:r>
            <a:r>
              <a:rPr lang="en-IN" sz="1200" b="1" dirty="0"/>
              <a:t>India Guide</a:t>
            </a:r>
            <a:r>
              <a:rPr lang="en-IN" sz="1200" dirty="0"/>
              <a:t> is a </a:t>
            </a:r>
            <a:r>
              <a:rPr lang="en-IN" sz="1200" b="1" dirty="0"/>
              <a:t>cloud-based AI-powered tourism platform</a:t>
            </a:r>
            <a:r>
              <a:rPr lang="en-IN" sz="1200" dirty="0"/>
              <a:t> that integrates travel discovery, personalized trip planning, maps, and trip management into a single system.</a:t>
            </a:r>
          </a:p>
          <a:p>
            <a:pPr algn="just"/>
            <a:endParaRPr lang="en-IN" sz="1200" dirty="0"/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D07A9-EBF0-67C7-67A1-31D0956250BA}"/>
              </a:ext>
            </a:extLst>
          </p:cNvPr>
          <p:cNvSpPr txBox="1"/>
          <p:nvPr/>
        </p:nvSpPr>
        <p:spPr>
          <a:xfrm>
            <a:off x="892054" y="1771531"/>
            <a:ext cx="7811933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Destination Discovery</a:t>
            </a:r>
            <a:r>
              <a:rPr lang="en-IN" dirty="0"/>
              <a:t> – Explore states and tourist destinations across India.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AI Travel Assistant</a:t>
            </a:r>
            <a:r>
              <a:rPr lang="en-IN" dirty="0"/>
              <a:t> – Get intelligent travel-related assistance.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Personalized Trip Planner</a:t>
            </a:r>
            <a:r>
              <a:rPr lang="en-IN" dirty="0"/>
              <a:t> – Generate day-wise itineraries based on user requirements.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Google Maps Integration</a:t>
            </a:r>
            <a:r>
              <a:rPr lang="en-IN" dirty="0"/>
              <a:t> – View destinations and routes on interactive maps.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Saved Places</a:t>
            </a:r>
            <a:r>
              <a:rPr lang="en-IN" dirty="0"/>
              <a:t> – Save and manage </a:t>
            </a:r>
            <a:r>
              <a:rPr lang="en-IN" dirty="0" err="1"/>
              <a:t>favorite</a:t>
            </a:r>
            <a:r>
              <a:rPr lang="en-IN" dirty="0"/>
              <a:t> destinations.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Trip Management</a:t>
            </a:r>
            <a:r>
              <a:rPr lang="en-IN" dirty="0"/>
              <a:t> – Store and access planned trips from the cloud.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Custom Planning</a:t>
            </a:r>
            <a:r>
              <a:rPr lang="en-IN" dirty="0"/>
              <a:t> – Create itineraries by manually selecting destinations.</a:t>
            </a:r>
          </a:p>
        </p:txBody>
      </p:sp>
    </p:spTree>
    <p:extLst>
      <p:ext uri="{BB962C8B-B14F-4D97-AF65-F5344CB8AC3E}">
        <p14:creationId xmlns:p14="http://schemas.microsoft.com/office/powerpoint/2010/main" val="373179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>
          <a:extLst>
            <a:ext uri="{FF2B5EF4-FFF2-40B4-BE49-F238E27FC236}">
              <a16:creationId xmlns:a16="http://schemas.microsoft.com/office/drawing/2014/main" id="{A53BAEAB-E2DD-1AB1-4859-49F9848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>
            <a:extLst>
              <a:ext uri="{FF2B5EF4-FFF2-40B4-BE49-F238E27FC236}">
                <a16:creationId xmlns:a16="http://schemas.microsoft.com/office/drawing/2014/main" id="{70BAB53A-B8DD-5B59-A649-3FD0ACE2B2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373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System Architecture</a:t>
            </a:r>
            <a:endParaRPr dirty="0"/>
          </a:p>
        </p:txBody>
      </p:sp>
      <p:sp>
        <p:nvSpPr>
          <p:cNvPr id="583" name="Google Shape;583;p27">
            <a:extLst>
              <a:ext uri="{FF2B5EF4-FFF2-40B4-BE49-F238E27FC236}">
                <a16:creationId xmlns:a16="http://schemas.microsoft.com/office/drawing/2014/main" id="{EBC119FD-2C7B-CA3E-7338-F6B6B53C0880}"/>
              </a:ext>
            </a:extLst>
          </p:cNvPr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3429C-05C0-C5C6-0E0E-2319B8CAF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050" y="619899"/>
            <a:ext cx="4924703" cy="42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7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>
          <a:extLst>
            <a:ext uri="{FF2B5EF4-FFF2-40B4-BE49-F238E27FC236}">
              <a16:creationId xmlns:a16="http://schemas.microsoft.com/office/drawing/2014/main" id="{296DEA86-22AB-97B0-8313-44822F14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>
            <a:extLst>
              <a:ext uri="{FF2B5EF4-FFF2-40B4-BE49-F238E27FC236}">
                <a16:creationId xmlns:a16="http://schemas.microsoft.com/office/drawing/2014/main" id="{2AB0CAD6-A617-8F25-F314-531606E32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Technologies Used</a:t>
            </a:r>
            <a:endParaRPr dirty="0"/>
          </a:p>
        </p:txBody>
      </p:sp>
      <p:sp>
        <p:nvSpPr>
          <p:cNvPr id="583" name="Google Shape;583;p27">
            <a:extLst>
              <a:ext uri="{FF2B5EF4-FFF2-40B4-BE49-F238E27FC236}">
                <a16:creationId xmlns:a16="http://schemas.microsoft.com/office/drawing/2014/main" id="{A46CADED-A455-8CDE-E42A-303700EB5C16}"/>
              </a:ext>
            </a:extLst>
          </p:cNvPr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FFCBF3-DE89-2619-98B2-8AD82D971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309389"/>
              </p:ext>
            </p:extLst>
          </p:nvPr>
        </p:nvGraphicFramePr>
        <p:xfrm>
          <a:off x="1630825" y="680644"/>
          <a:ext cx="6096000" cy="4052404"/>
        </p:xfrm>
        <a:graphic>
          <a:graphicData uri="http://schemas.openxmlformats.org/drawingml/2006/table">
            <a:tbl>
              <a:tblPr firstRow="1" bandRow="1">
                <a:tableStyleId>{BCE71E9E-B039-4281-9AA0-CA1BFFCAB81A}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3636382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57676623"/>
                    </a:ext>
                  </a:extLst>
                </a:gridCol>
              </a:tblGrid>
              <a:tr h="344004">
                <a:tc>
                  <a:txBody>
                    <a:bodyPr/>
                    <a:lstStyle/>
                    <a:p>
                      <a:r>
                        <a:rPr lang="en-IN" b="1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38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React + Vite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85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Node.js + Express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16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Cloud 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500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Llama 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59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 Runtime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Ollama</a:t>
                      </a:r>
                      <a:r>
                        <a:rPr lang="en-IN" dirty="0"/>
                        <a:t> / Hosted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478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Google Maps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61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API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REST +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99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Token-based 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528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Cloud 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Cloud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81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Git +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049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37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>
          <a:extLst>
            <a:ext uri="{FF2B5EF4-FFF2-40B4-BE49-F238E27FC236}">
              <a16:creationId xmlns:a16="http://schemas.microsoft.com/office/drawing/2014/main" id="{A91FA880-64BA-981D-3E25-C1DB366C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7">
            <a:extLst>
              <a:ext uri="{FF2B5EF4-FFF2-40B4-BE49-F238E27FC236}">
                <a16:creationId xmlns:a16="http://schemas.microsoft.com/office/drawing/2014/main" id="{44418896-EDC0-967C-7D43-A5C7A9D8EDE8}"/>
              </a:ext>
            </a:extLst>
          </p:cNvPr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24EAAA-D17D-C0C3-1E20-41D629F1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60" y="385973"/>
            <a:ext cx="8954555" cy="45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6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>
          <a:extLst>
            <a:ext uri="{FF2B5EF4-FFF2-40B4-BE49-F238E27FC236}">
              <a16:creationId xmlns:a16="http://schemas.microsoft.com/office/drawing/2014/main" id="{EDA3C2DB-17DA-E492-97D6-E317EC2A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>
            <a:extLst>
              <a:ext uri="{FF2B5EF4-FFF2-40B4-BE49-F238E27FC236}">
                <a16:creationId xmlns:a16="http://schemas.microsoft.com/office/drawing/2014/main" id="{08900224-3472-B7B1-61D9-1782B0C069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Results</a:t>
            </a:r>
            <a:endParaRPr lang="en-IN" b="1" dirty="0"/>
          </a:p>
        </p:txBody>
      </p:sp>
      <p:sp>
        <p:nvSpPr>
          <p:cNvPr id="583" name="Google Shape;583;p27">
            <a:extLst>
              <a:ext uri="{FF2B5EF4-FFF2-40B4-BE49-F238E27FC236}">
                <a16:creationId xmlns:a16="http://schemas.microsoft.com/office/drawing/2014/main" id="{2486BF85-F4E8-091C-F293-C712FC3DF483}"/>
              </a:ext>
            </a:extLst>
          </p:cNvPr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F879D-899C-0183-6B6E-2931C0C7823F}"/>
              </a:ext>
            </a:extLst>
          </p:cNvPr>
          <p:cNvSpPr txBox="1"/>
          <p:nvPr/>
        </p:nvSpPr>
        <p:spPr>
          <a:xfrm>
            <a:off x="808310" y="1094609"/>
            <a:ext cx="7338787" cy="339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Destination Exploration</a:t>
            </a:r>
            <a:br>
              <a:rPr lang="en-IN" dirty="0"/>
            </a:br>
            <a:r>
              <a:rPr lang="en-IN" dirty="0"/>
              <a:t>Users can browse states and tourist destinations.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AI Travel Assistant</a:t>
            </a:r>
            <a:br>
              <a:rPr lang="en-IN" dirty="0"/>
            </a:br>
            <a:r>
              <a:rPr lang="en-IN" dirty="0"/>
              <a:t>Provides AI-powered travel-related responses.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Personalized Trip Planning</a:t>
            </a:r>
            <a:br>
              <a:rPr lang="en-IN" dirty="0"/>
            </a:br>
            <a:r>
              <a:rPr lang="en-IN" dirty="0"/>
              <a:t>Generates day-wise itineraries based on user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Database Validation</a:t>
            </a:r>
            <a:br>
              <a:rPr lang="en-IN" dirty="0"/>
            </a:br>
            <a:r>
              <a:rPr lang="en-IN" dirty="0"/>
              <a:t>AI-generated destinations are checked against stored tourism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Google Maps Integration</a:t>
            </a:r>
            <a:br>
              <a:rPr lang="en-IN" dirty="0"/>
            </a:br>
            <a:r>
              <a:rPr lang="en-IN" dirty="0"/>
              <a:t>Displays destinations and route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Trip Management</a:t>
            </a:r>
            <a:br>
              <a:rPr lang="en-IN" dirty="0"/>
            </a:br>
            <a:r>
              <a:rPr lang="en-IN" dirty="0"/>
              <a:t>Users can save and access their planned trips.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Cloud-Ready Architecture</a:t>
            </a:r>
            <a:br>
              <a:rPr lang="en-IN" dirty="0"/>
            </a:br>
            <a:r>
              <a:rPr lang="en-IN" dirty="0"/>
              <a:t>Frontend, backend, database and AI services are designed as separate components.</a:t>
            </a: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68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>
          <a:extLst>
            <a:ext uri="{FF2B5EF4-FFF2-40B4-BE49-F238E27FC236}">
              <a16:creationId xmlns:a16="http://schemas.microsoft.com/office/drawing/2014/main" id="{06246D5C-9343-D8E2-A1F0-4196DC86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>
            <a:extLst>
              <a:ext uri="{FF2B5EF4-FFF2-40B4-BE49-F238E27FC236}">
                <a16:creationId xmlns:a16="http://schemas.microsoft.com/office/drawing/2014/main" id="{7F06CED9-4899-C671-ABFE-C68BC54190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Future Scope</a:t>
            </a:r>
            <a:endParaRPr lang="en-IN" b="1" dirty="0"/>
          </a:p>
        </p:txBody>
      </p:sp>
      <p:sp>
        <p:nvSpPr>
          <p:cNvPr id="583" name="Google Shape;583;p27">
            <a:extLst>
              <a:ext uri="{FF2B5EF4-FFF2-40B4-BE49-F238E27FC236}">
                <a16:creationId xmlns:a16="http://schemas.microsoft.com/office/drawing/2014/main" id="{D1511493-E98A-2C77-5BF9-E25DA0F11A90}"/>
              </a:ext>
            </a:extLst>
          </p:cNvPr>
          <p:cNvSpPr txBox="1"/>
          <p:nvPr/>
        </p:nvSpPr>
        <p:spPr>
          <a:xfrm>
            <a:off x="1417175" y="4147800"/>
            <a:ext cx="244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A2356-6D0E-5E19-2D72-ED14FAA40B26}"/>
              </a:ext>
            </a:extLst>
          </p:cNvPr>
          <p:cNvSpPr txBox="1"/>
          <p:nvPr/>
        </p:nvSpPr>
        <p:spPr>
          <a:xfrm>
            <a:off x="902606" y="1383367"/>
            <a:ext cx="7338787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Real-time weather integration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Hotel and transportation services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Voice-based AI assistant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Multilingual support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Real-time location recommendations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Mobile application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Advanced cloud scaling and monitoring</a:t>
            </a: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53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632CC-AAA5-74B7-BD84-EEC9A166983C}"/>
              </a:ext>
            </a:extLst>
          </p:cNvPr>
          <p:cNvSpPr txBox="1"/>
          <p:nvPr/>
        </p:nvSpPr>
        <p:spPr>
          <a:xfrm>
            <a:off x="1766923" y="1556087"/>
            <a:ext cx="5307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606117811"/>
      </p:ext>
    </p:extLst>
  </p:cSld>
  <p:clrMapOvr>
    <a:masterClrMapping/>
  </p:clrMapOvr>
</p:sld>
</file>

<file path=ppt/theme/theme1.xml><?xml version="1.0" encoding="utf-8"?>
<a:theme xmlns:a="http://schemas.openxmlformats.org/drawingml/2006/main" name="Travel and Transportation Vocabulary - French - 6th Grade by Slidesgo">
  <a:themeElements>
    <a:clrScheme name="Simple Light">
      <a:dk1>
        <a:srgbClr val="000000"/>
      </a:dk1>
      <a:lt1>
        <a:srgbClr val="DEEFFA"/>
      </a:lt1>
      <a:dk2>
        <a:srgbClr val="24807B"/>
      </a:dk2>
      <a:lt2>
        <a:srgbClr val="FF6B4B"/>
      </a:lt2>
      <a:accent1>
        <a:srgbClr val="3CA9EC"/>
      </a:accent1>
      <a:accent2>
        <a:srgbClr val="F2AD2B"/>
      </a:accent2>
      <a:accent3>
        <a:srgbClr val="8C6546"/>
      </a:accent3>
      <a:accent4>
        <a:srgbClr val="B0A996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On-screen Show (16:9)</PresentationFormat>
  <Paragraphs>68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Figtree</vt:lpstr>
      <vt:lpstr>Figtree SemiBold</vt:lpstr>
      <vt:lpstr>Barlow</vt:lpstr>
      <vt:lpstr>Darker Grotesque SemiBold</vt:lpstr>
      <vt:lpstr>Arial</vt:lpstr>
      <vt:lpstr>Travel and Transportation Vocabulary - French - 6th Grade by Slidesgo</vt:lpstr>
      <vt:lpstr>A Smart Platform for Personalized Travel Discovery and AI-Based Trip Planning  Technologies: React • Node.js • Express • MySQL • Ollama • Llama 3.2 • Google Maps </vt:lpstr>
      <vt:lpstr>Introduction</vt:lpstr>
      <vt:lpstr>Problem Statement</vt:lpstr>
      <vt:lpstr>Proposed Solution</vt:lpstr>
      <vt:lpstr>System Architecture</vt:lpstr>
      <vt:lpstr>Technologies Used</vt:lpstr>
      <vt:lpstr>PowerPoint Presentation</vt:lpstr>
      <vt:lpstr>Results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hansika janumpally</cp:lastModifiedBy>
  <cp:revision>1</cp:revision>
  <dcterms:modified xsi:type="dcterms:W3CDTF">2026-10-02T18:15:45Z</dcterms:modified>
</cp:coreProperties>
</file>